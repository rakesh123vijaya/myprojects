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7FA656-2CE7-4F88-8245-556650CD7127}" v="36" dt="2026-08-15T06:58:08.2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esh Gopireddy" userId="917bd1301fc7ed03" providerId="LiveId" clId="{007CE2C0-6862-4887-BCBF-6FEB481F3277}"/>
    <pc:docChg chg="modSld">
      <pc:chgData name="Rakesh Gopireddy" userId="917bd1301fc7ed03" providerId="LiveId" clId="{007CE2C0-6862-4887-BCBF-6FEB481F3277}" dt="2026-08-15T06:58:08.257" v="35"/>
      <pc:docMkLst>
        <pc:docMk/>
      </pc:docMkLst>
      <pc:sldChg chg="modTransition">
        <pc:chgData name="Rakesh Gopireddy" userId="917bd1301fc7ed03" providerId="LiveId" clId="{007CE2C0-6862-4887-BCBF-6FEB481F3277}" dt="2026-08-15T06:50:17.649" v="1"/>
        <pc:sldMkLst>
          <pc:docMk/>
          <pc:sldMk cId="2833117488" sldId="256"/>
        </pc:sldMkLst>
      </pc:sldChg>
      <pc:sldChg chg="modTransition">
        <pc:chgData name="Rakesh Gopireddy" userId="917bd1301fc7ed03" providerId="LiveId" clId="{007CE2C0-6862-4887-BCBF-6FEB481F3277}" dt="2026-08-15T06:56:03.584" v="27"/>
        <pc:sldMkLst>
          <pc:docMk/>
          <pc:sldMk cId="1946113575" sldId="257"/>
        </pc:sldMkLst>
      </pc:sldChg>
      <pc:sldChg chg="modTransition">
        <pc:chgData name="Rakesh Gopireddy" userId="917bd1301fc7ed03" providerId="LiveId" clId="{007CE2C0-6862-4887-BCBF-6FEB481F3277}" dt="2026-08-15T06:56:48.355" v="32"/>
        <pc:sldMkLst>
          <pc:docMk/>
          <pc:sldMk cId="144911362" sldId="258"/>
        </pc:sldMkLst>
      </pc:sldChg>
      <pc:sldChg chg="modTransition">
        <pc:chgData name="Rakesh Gopireddy" userId="917bd1301fc7ed03" providerId="LiveId" clId="{007CE2C0-6862-4887-BCBF-6FEB481F3277}" dt="2026-08-15T06:53:54.387" v="21"/>
        <pc:sldMkLst>
          <pc:docMk/>
          <pc:sldMk cId="3032796689" sldId="259"/>
        </pc:sldMkLst>
      </pc:sldChg>
      <pc:sldChg chg="modTransition">
        <pc:chgData name="Rakesh Gopireddy" userId="917bd1301fc7ed03" providerId="LiveId" clId="{007CE2C0-6862-4887-BCBF-6FEB481F3277}" dt="2026-08-15T06:55:09.793" v="24"/>
        <pc:sldMkLst>
          <pc:docMk/>
          <pc:sldMk cId="2329439440" sldId="260"/>
        </pc:sldMkLst>
      </pc:sldChg>
      <pc:sldChg chg="modTransition">
        <pc:chgData name="Rakesh Gopireddy" userId="917bd1301fc7ed03" providerId="LiveId" clId="{007CE2C0-6862-4887-BCBF-6FEB481F3277}" dt="2026-08-15T06:57:19.929" v="33"/>
        <pc:sldMkLst>
          <pc:docMk/>
          <pc:sldMk cId="503869421" sldId="261"/>
        </pc:sldMkLst>
      </pc:sldChg>
      <pc:sldChg chg="modTransition">
        <pc:chgData name="Rakesh Gopireddy" userId="917bd1301fc7ed03" providerId="LiveId" clId="{007CE2C0-6862-4887-BCBF-6FEB481F3277}" dt="2026-08-15T06:52:12.809" v="14"/>
        <pc:sldMkLst>
          <pc:docMk/>
          <pc:sldMk cId="2489816691" sldId="262"/>
        </pc:sldMkLst>
      </pc:sldChg>
      <pc:sldChg chg="modTransition">
        <pc:chgData name="Rakesh Gopireddy" userId="917bd1301fc7ed03" providerId="LiveId" clId="{007CE2C0-6862-4887-BCBF-6FEB481F3277}" dt="2026-08-15T06:57:57.594" v="34"/>
        <pc:sldMkLst>
          <pc:docMk/>
          <pc:sldMk cId="1178343998" sldId="263"/>
        </pc:sldMkLst>
      </pc:sldChg>
      <pc:sldChg chg="modTransition">
        <pc:chgData name="Rakesh Gopireddy" userId="917bd1301fc7ed03" providerId="LiveId" clId="{007CE2C0-6862-4887-BCBF-6FEB481F3277}" dt="2026-08-15T06:58:08.257" v="35"/>
        <pc:sldMkLst>
          <pc:docMk/>
          <pc:sldMk cId="1086669037" sldId="26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1BB0E8-5358-4DCD-881F-CA3779CB4CA7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16798F5-05FA-4168-B1BB-3F951236EEA6}">
      <dgm:prSet phldrT="[Text]" phldr="0"/>
      <dgm:spPr>
        <a:effectLst>
          <a:innerShdw blurRad="63500" dist="50800" dir="13500000">
            <a:prstClr val="black">
              <a:alpha val="50000"/>
            </a:prstClr>
          </a:innerShdw>
        </a:effectLst>
        <a:scene3d>
          <a:camera prst="isometricOffAxis1Right"/>
          <a:lightRig rig="threePt" dir="t"/>
        </a:scene3d>
      </dgm:spPr>
      <dgm:t>
        <a:bodyPr/>
        <a:lstStyle/>
        <a:p>
          <a:r>
            <a:rPr lang="en-IN" dirty="0"/>
            <a:t>Dataset</a:t>
          </a:r>
        </a:p>
      </dgm:t>
    </dgm:pt>
    <dgm:pt modelId="{1AE4E598-F0D8-4FB7-962C-FB2AB8207E32}" type="parTrans" cxnId="{B957626E-57EF-4988-BF51-0F87682C98F8}">
      <dgm:prSet/>
      <dgm:spPr/>
      <dgm:t>
        <a:bodyPr/>
        <a:lstStyle/>
        <a:p>
          <a:endParaRPr lang="en-IN"/>
        </a:p>
      </dgm:t>
    </dgm:pt>
    <dgm:pt modelId="{E914C072-2722-40E3-9831-4321139B3E58}" type="sibTrans" cxnId="{B957626E-57EF-4988-BF51-0F87682C98F8}">
      <dgm:prSet/>
      <dgm:spPr/>
      <dgm:t>
        <a:bodyPr/>
        <a:lstStyle/>
        <a:p>
          <a:endParaRPr lang="en-IN"/>
        </a:p>
      </dgm:t>
    </dgm:pt>
    <dgm:pt modelId="{7C114BC4-F567-4FE6-A77F-9509E0FE5CCE}">
      <dgm:prSet phldrT="[Text]" phldr="0"/>
      <dgm:spPr>
        <a:scene3d>
          <a:camera prst="isometricOffAxis1Right"/>
          <a:lightRig rig="threePt" dir="t"/>
        </a:scene3d>
      </dgm:spPr>
      <dgm:t>
        <a:bodyPr/>
        <a:lstStyle/>
        <a:p>
          <a:r>
            <a:rPr lang="en-IN" dirty="0"/>
            <a:t>Data Cleaning</a:t>
          </a:r>
        </a:p>
      </dgm:t>
    </dgm:pt>
    <dgm:pt modelId="{882E11D0-2FBB-4B36-9F69-A00049F9687D}" type="parTrans" cxnId="{0A941D1F-71FC-4011-A065-8F4BB38390CE}">
      <dgm:prSet/>
      <dgm:spPr/>
      <dgm:t>
        <a:bodyPr/>
        <a:lstStyle/>
        <a:p>
          <a:endParaRPr lang="en-IN"/>
        </a:p>
      </dgm:t>
    </dgm:pt>
    <dgm:pt modelId="{72476F40-6073-4FCF-95EF-BC671498452B}" type="sibTrans" cxnId="{0A941D1F-71FC-4011-A065-8F4BB38390CE}">
      <dgm:prSet/>
      <dgm:spPr/>
      <dgm:t>
        <a:bodyPr/>
        <a:lstStyle/>
        <a:p>
          <a:endParaRPr lang="en-IN"/>
        </a:p>
      </dgm:t>
    </dgm:pt>
    <dgm:pt modelId="{FCF264F1-306F-4FF7-ADE0-7AF1259AD0E8}">
      <dgm:prSet phldrT="[Text]" phldr="0"/>
      <dgm:spPr>
        <a:scene3d>
          <a:camera prst="isometricOffAxis1Right"/>
          <a:lightRig rig="threePt" dir="t"/>
        </a:scene3d>
      </dgm:spPr>
      <dgm:t>
        <a:bodyPr/>
        <a:lstStyle/>
        <a:p>
          <a:r>
            <a:rPr lang="en-IN" dirty="0"/>
            <a:t>Ingredient Processing</a:t>
          </a:r>
        </a:p>
      </dgm:t>
    </dgm:pt>
    <dgm:pt modelId="{0CD1766A-759F-4FB5-9C1A-5343D0FBD7B8}" type="parTrans" cxnId="{8B8D8813-75B2-45EF-9332-758538460FE1}">
      <dgm:prSet/>
      <dgm:spPr/>
      <dgm:t>
        <a:bodyPr/>
        <a:lstStyle/>
        <a:p>
          <a:endParaRPr lang="en-IN"/>
        </a:p>
      </dgm:t>
    </dgm:pt>
    <dgm:pt modelId="{F3D1FDA5-8C66-4E24-B1EC-DCB6F1460145}" type="sibTrans" cxnId="{8B8D8813-75B2-45EF-9332-758538460FE1}">
      <dgm:prSet/>
      <dgm:spPr/>
      <dgm:t>
        <a:bodyPr/>
        <a:lstStyle/>
        <a:p>
          <a:endParaRPr lang="en-IN"/>
        </a:p>
      </dgm:t>
    </dgm:pt>
    <dgm:pt modelId="{1C8F84B0-78CB-4BB2-B3DC-B8B95D193515}">
      <dgm:prSet phldrT="[Text]" phldr="0"/>
      <dgm:spPr>
        <a:scene3d>
          <a:camera prst="isometricOffAxis1Right"/>
          <a:lightRig rig="threePt" dir="t"/>
        </a:scene3d>
      </dgm:spPr>
      <dgm:t>
        <a:bodyPr/>
        <a:lstStyle/>
        <a:p>
          <a:r>
            <a:rPr lang="en-IN" dirty="0"/>
            <a:t>TF-IDF</a:t>
          </a:r>
        </a:p>
      </dgm:t>
    </dgm:pt>
    <dgm:pt modelId="{2EF6321E-D6C4-4239-B313-360150E00438}" type="parTrans" cxnId="{AFB9DEF0-4887-499B-976C-063D236781A9}">
      <dgm:prSet/>
      <dgm:spPr/>
      <dgm:t>
        <a:bodyPr/>
        <a:lstStyle/>
        <a:p>
          <a:endParaRPr lang="en-IN"/>
        </a:p>
      </dgm:t>
    </dgm:pt>
    <dgm:pt modelId="{578DE084-0AB1-4837-9D56-96FAF3FE258F}" type="sibTrans" cxnId="{AFB9DEF0-4887-499B-976C-063D236781A9}">
      <dgm:prSet/>
      <dgm:spPr/>
      <dgm:t>
        <a:bodyPr/>
        <a:lstStyle/>
        <a:p>
          <a:endParaRPr lang="en-IN"/>
        </a:p>
      </dgm:t>
    </dgm:pt>
    <dgm:pt modelId="{7E039D41-7D19-4A27-8704-89204D54E19E}">
      <dgm:prSet phldrT="[Text]" phldr="0"/>
      <dgm:spPr>
        <a:scene3d>
          <a:camera prst="isometricOffAxis1Right"/>
          <a:lightRig rig="threePt" dir="t"/>
        </a:scene3d>
      </dgm:spPr>
      <dgm:t>
        <a:bodyPr/>
        <a:lstStyle/>
        <a:p>
          <a:r>
            <a:rPr lang="en-IN" dirty="0"/>
            <a:t>Cosine similarity</a:t>
          </a:r>
        </a:p>
      </dgm:t>
    </dgm:pt>
    <dgm:pt modelId="{55C3D115-C15D-4047-8A9A-9D609CBD0EEF}" type="parTrans" cxnId="{0BEAEF67-4344-4EC8-9CB3-77A0DD17B3E8}">
      <dgm:prSet/>
      <dgm:spPr/>
      <dgm:t>
        <a:bodyPr/>
        <a:lstStyle/>
        <a:p>
          <a:endParaRPr lang="en-IN"/>
        </a:p>
      </dgm:t>
    </dgm:pt>
    <dgm:pt modelId="{5842D81E-7960-494E-AB4B-4C0FF12AFC0C}" type="sibTrans" cxnId="{0BEAEF67-4344-4EC8-9CB3-77A0DD17B3E8}">
      <dgm:prSet/>
      <dgm:spPr/>
      <dgm:t>
        <a:bodyPr/>
        <a:lstStyle/>
        <a:p>
          <a:endParaRPr lang="en-IN"/>
        </a:p>
      </dgm:t>
    </dgm:pt>
    <dgm:pt modelId="{96BA7952-EA93-4EB7-9D63-70B7BCB1EED4}">
      <dgm:prSet phldrT="[Text]" phldr="0"/>
      <dgm:spPr>
        <a:scene3d>
          <a:camera prst="isometricOffAxis1Right"/>
          <a:lightRig rig="threePt" dir="t"/>
        </a:scene3d>
      </dgm:spPr>
      <dgm:t>
        <a:bodyPr/>
        <a:lstStyle/>
        <a:p>
          <a:r>
            <a:rPr lang="en-IN" dirty="0"/>
            <a:t>Recommendations</a:t>
          </a:r>
        </a:p>
      </dgm:t>
    </dgm:pt>
    <dgm:pt modelId="{02BE9170-9F69-4CC2-89FC-4829F963658D}" type="parTrans" cxnId="{F4DD3D6F-A843-4024-8721-D5612B77B820}">
      <dgm:prSet/>
      <dgm:spPr/>
      <dgm:t>
        <a:bodyPr/>
        <a:lstStyle/>
        <a:p>
          <a:endParaRPr lang="en-IN"/>
        </a:p>
      </dgm:t>
    </dgm:pt>
    <dgm:pt modelId="{63995B0C-870E-47E4-B7C4-F2FD82DCFB0D}" type="sibTrans" cxnId="{F4DD3D6F-A843-4024-8721-D5612B77B820}">
      <dgm:prSet/>
      <dgm:spPr/>
      <dgm:t>
        <a:bodyPr/>
        <a:lstStyle/>
        <a:p>
          <a:endParaRPr lang="en-IN"/>
        </a:p>
      </dgm:t>
    </dgm:pt>
    <dgm:pt modelId="{600B6352-F3D3-417E-8887-70DD4EE78E4D}" type="pres">
      <dgm:prSet presAssocID="{FC1BB0E8-5358-4DCD-881F-CA3779CB4CA7}" presName="Name0" presStyleCnt="0">
        <dgm:presLayoutVars>
          <dgm:dir/>
          <dgm:resizeHandles/>
        </dgm:presLayoutVars>
      </dgm:prSet>
      <dgm:spPr/>
    </dgm:pt>
    <dgm:pt modelId="{5FE1D5A6-AC9F-4FA8-8210-63656454FE86}" type="pres">
      <dgm:prSet presAssocID="{016798F5-05FA-4168-B1BB-3F951236EEA6}" presName="compNode" presStyleCnt="0"/>
      <dgm:spPr/>
    </dgm:pt>
    <dgm:pt modelId="{C8529054-ED7A-490E-82CD-8AD544A665D3}" type="pres">
      <dgm:prSet presAssocID="{016798F5-05FA-4168-B1BB-3F951236EEA6}" presName="dummyConnPt" presStyleCnt="0"/>
      <dgm:spPr/>
    </dgm:pt>
    <dgm:pt modelId="{ED30AE60-54B5-4988-A9E3-1D25FCBDCB03}" type="pres">
      <dgm:prSet presAssocID="{016798F5-05FA-4168-B1BB-3F951236EEA6}" presName="node" presStyleLbl="node1" presStyleIdx="0" presStyleCnt="6">
        <dgm:presLayoutVars>
          <dgm:bulletEnabled val="1"/>
        </dgm:presLayoutVars>
      </dgm:prSet>
      <dgm:spPr/>
    </dgm:pt>
    <dgm:pt modelId="{4C375C74-4F67-4350-82CD-028856E34245}" type="pres">
      <dgm:prSet presAssocID="{E914C072-2722-40E3-9831-4321139B3E58}" presName="sibTrans" presStyleLbl="bgSibTrans2D1" presStyleIdx="0" presStyleCnt="5"/>
      <dgm:spPr/>
    </dgm:pt>
    <dgm:pt modelId="{93E1CD42-E119-4746-A98F-71651E8DBC0E}" type="pres">
      <dgm:prSet presAssocID="{7C114BC4-F567-4FE6-A77F-9509E0FE5CCE}" presName="compNode" presStyleCnt="0"/>
      <dgm:spPr/>
    </dgm:pt>
    <dgm:pt modelId="{535FC2C4-D11C-4ACA-BCCD-1FDAE51AAE62}" type="pres">
      <dgm:prSet presAssocID="{7C114BC4-F567-4FE6-A77F-9509E0FE5CCE}" presName="dummyConnPt" presStyleCnt="0"/>
      <dgm:spPr/>
    </dgm:pt>
    <dgm:pt modelId="{309910C8-DC2A-4D19-B2AE-C22322394A69}" type="pres">
      <dgm:prSet presAssocID="{7C114BC4-F567-4FE6-A77F-9509E0FE5CCE}" presName="node" presStyleLbl="node1" presStyleIdx="1" presStyleCnt="6">
        <dgm:presLayoutVars>
          <dgm:bulletEnabled val="1"/>
        </dgm:presLayoutVars>
      </dgm:prSet>
      <dgm:spPr/>
    </dgm:pt>
    <dgm:pt modelId="{C4C75685-D4C3-43E4-B3C7-E83ED808F87A}" type="pres">
      <dgm:prSet presAssocID="{72476F40-6073-4FCF-95EF-BC671498452B}" presName="sibTrans" presStyleLbl="bgSibTrans2D1" presStyleIdx="1" presStyleCnt="5"/>
      <dgm:spPr/>
    </dgm:pt>
    <dgm:pt modelId="{F2247166-FCE3-4340-917B-E7991DEACD8D}" type="pres">
      <dgm:prSet presAssocID="{FCF264F1-306F-4FF7-ADE0-7AF1259AD0E8}" presName="compNode" presStyleCnt="0"/>
      <dgm:spPr/>
    </dgm:pt>
    <dgm:pt modelId="{C5B1EB49-9220-453F-B307-7FEEB8EBE3B6}" type="pres">
      <dgm:prSet presAssocID="{FCF264F1-306F-4FF7-ADE0-7AF1259AD0E8}" presName="dummyConnPt" presStyleCnt="0"/>
      <dgm:spPr/>
    </dgm:pt>
    <dgm:pt modelId="{4B7E0A6A-1E6A-4E8B-8BC7-983450B65678}" type="pres">
      <dgm:prSet presAssocID="{FCF264F1-306F-4FF7-ADE0-7AF1259AD0E8}" presName="node" presStyleLbl="node1" presStyleIdx="2" presStyleCnt="6">
        <dgm:presLayoutVars>
          <dgm:bulletEnabled val="1"/>
        </dgm:presLayoutVars>
      </dgm:prSet>
      <dgm:spPr/>
    </dgm:pt>
    <dgm:pt modelId="{B7F15C96-2E47-463B-8824-7889BB26D625}" type="pres">
      <dgm:prSet presAssocID="{F3D1FDA5-8C66-4E24-B1EC-DCB6F1460145}" presName="sibTrans" presStyleLbl="bgSibTrans2D1" presStyleIdx="2" presStyleCnt="5"/>
      <dgm:spPr/>
    </dgm:pt>
    <dgm:pt modelId="{A4B4CA9B-F750-40C2-8415-1E3E994E6B3C}" type="pres">
      <dgm:prSet presAssocID="{1C8F84B0-78CB-4BB2-B3DC-B8B95D193515}" presName="compNode" presStyleCnt="0"/>
      <dgm:spPr/>
    </dgm:pt>
    <dgm:pt modelId="{2D90CBBB-D98A-4F02-9946-2D9EFC436A59}" type="pres">
      <dgm:prSet presAssocID="{1C8F84B0-78CB-4BB2-B3DC-B8B95D193515}" presName="dummyConnPt" presStyleCnt="0"/>
      <dgm:spPr/>
    </dgm:pt>
    <dgm:pt modelId="{0E9B2681-C3D3-4B23-BD17-C8059145CCC1}" type="pres">
      <dgm:prSet presAssocID="{1C8F84B0-78CB-4BB2-B3DC-B8B95D193515}" presName="node" presStyleLbl="node1" presStyleIdx="3" presStyleCnt="6">
        <dgm:presLayoutVars>
          <dgm:bulletEnabled val="1"/>
        </dgm:presLayoutVars>
      </dgm:prSet>
      <dgm:spPr/>
    </dgm:pt>
    <dgm:pt modelId="{ADE3B0A5-9A37-4553-A5B2-6261E269CC7A}" type="pres">
      <dgm:prSet presAssocID="{578DE084-0AB1-4837-9D56-96FAF3FE258F}" presName="sibTrans" presStyleLbl="bgSibTrans2D1" presStyleIdx="3" presStyleCnt="5"/>
      <dgm:spPr/>
    </dgm:pt>
    <dgm:pt modelId="{0CF2DE9E-06DB-47E9-BA75-E68D67D70017}" type="pres">
      <dgm:prSet presAssocID="{7E039D41-7D19-4A27-8704-89204D54E19E}" presName="compNode" presStyleCnt="0"/>
      <dgm:spPr/>
    </dgm:pt>
    <dgm:pt modelId="{62D26DB6-126C-47A2-A05F-A0FA1299B650}" type="pres">
      <dgm:prSet presAssocID="{7E039D41-7D19-4A27-8704-89204D54E19E}" presName="dummyConnPt" presStyleCnt="0"/>
      <dgm:spPr/>
    </dgm:pt>
    <dgm:pt modelId="{09637C1B-FF20-4D89-8D05-443D90E09487}" type="pres">
      <dgm:prSet presAssocID="{7E039D41-7D19-4A27-8704-89204D54E19E}" presName="node" presStyleLbl="node1" presStyleIdx="4" presStyleCnt="6">
        <dgm:presLayoutVars>
          <dgm:bulletEnabled val="1"/>
        </dgm:presLayoutVars>
      </dgm:prSet>
      <dgm:spPr/>
    </dgm:pt>
    <dgm:pt modelId="{BE4B044E-2E84-490F-9DFC-1C3AAD543C18}" type="pres">
      <dgm:prSet presAssocID="{5842D81E-7960-494E-AB4B-4C0FF12AFC0C}" presName="sibTrans" presStyleLbl="bgSibTrans2D1" presStyleIdx="4" presStyleCnt="5"/>
      <dgm:spPr/>
    </dgm:pt>
    <dgm:pt modelId="{E4DA46B9-7F4C-4036-B579-0A41FCFA6ECF}" type="pres">
      <dgm:prSet presAssocID="{96BA7952-EA93-4EB7-9D63-70B7BCB1EED4}" presName="compNode" presStyleCnt="0"/>
      <dgm:spPr/>
    </dgm:pt>
    <dgm:pt modelId="{5F4EAB7A-2344-4829-92D9-C2E9DB1ADD8A}" type="pres">
      <dgm:prSet presAssocID="{96BA7952-EA93-4EB7-9D63-70B7BCB1EED4}" presName="dummyConnPt" presStyleCnt="0"/>
      <dgm:spPr/>
    </dgm:pt>
    <dgm:pt modelId="{BEC68F15-5A0A-4DCE-B81A-965188F28E8B}" type="pres">
      <dgm:prSet presAssocID="{96BA7952-EA93-4EB7-9D63-70B7BCB1EED4}" presName="node" presStyleLbl="node1" presStyleIdx="5" presStyleCnt="6">
        <dgm:presLayoutVars>
          <dgm:bulletEnabled val="1"/>
        </dgm:presLayoutVars>
      </dgm:prSet>
      <dgm:spPr/>
    </dgm:pt>
  </dgm:ptLst>
  <dgm:cxnLst>
    <dgm:cxn modelId="{E8901E09-9763-442E-8EAC-138997601209}" type="presOf" srcId="{E914C072-2722-40E3-9831-4321139B3E58}" destId="{4C375C74-4F67-4350-82CD-028856E34245}" srcOrd="0" destOrd="0" presId="urn:microsoft.com/office/officeart/2005/8/layout/bProcess4"/>
    <dgm:cxn modelId="{8B8D8813-75B2-45EF-9332-758538460FE1}" srcId="{FC1BB0E8-5358-4DCD-881F-CA3779CB4CA7}" destId="{FCF264F1-306F-4FF7-ADE0-7AF1259AD0E8}" srcOrd="2" destOrd="0" parTransId="{0CD1766A-759F-4FB5-9C1A-5343D0FBD7B8}" sibTransId="{F3D1FDA5-8C66-4E24-B1EC-DCB6F1460145}"/>
    <dgm:cxn modelId="{0A941D1F-71FC-4011-A065-8F4BB38390CE}" srcId="{FC1BB0E8-5358-4DCD-881F-CA3779CB4CA7}" destId="{7C114BC4-F567-4FE6-A77F-9509E0FE5CCE}" srcOrd="1" destOrd="0" parTransId="{882E11D0-2FBB-4B36-9F69-A00049F9687D}" sibTransId="{72476F40-6073-4FCF-95EF-BC671498452B}"/>
    <dgm:cxn modelId="{0A64E430-16EF-4076-90FD-35264E182334}" type="presOf" srcId="{7E039D41-7D19-4A27-8704-89204D54E19E}" destId="{09637C1B-FF20-4D89-8D05-443D90E09487}" srcOrd="0" destOrd="0" presId="urn:microsoft.com/office/officeart/2005/8/layout/bProcess4"/>
    <dgm:cxn modelId="{83C06732-953F-4E22-A99E-4C399DAE9042}" type="presOf" srcId="{5842D81E-7960-494E-AB4B-4C0FF12AFC0C}" destId="{BE4B044E-2E84-490F-9DFC-1C3AAD543C18}" srcOrd="0" destOrd="0" presId="urn:microsoft.com/office/officeart/2005/8/layout/bProcess4"/>
    <dgm:cxn modelId="{12ADF73E-39D6-41EF-8929-8A27E2BF9595}" type="presOf" srcId="{72476F40-6073-4FCF-95EF-BC671498452B}" destId="{C4C75685-D4C3-43E4-B3C7-E83ED808F87A}" srcOrd="0" destOrd="0" presId="urn:microsoft.com/office/officeart/2005/8/layout/bProcess4"/>
    <dgm:cxn modelId="{0F0A175C-F4F7-4B1F-AEB5-F91BAEA2FD9B}" type="presOf" srcId="{1C8F84B0-78CB-4BB2-B3DC-B8B95D193515}" destId="{0E9B2681-C3D3-4B23-BD17-C8059145CCC1}" srcOrd="0" destOrd="0" presId="urn:microsoft.com/office/officeart/2005/8/layout/bProcess4"/>
    <dgm:cxn modelId="{80FB815E-8F1D-427F-873C-B893B5545D00}" type="presOf" srcId="{F3D1FDA5-8C66-4E24-B1EC-DCB6F1460145}" destId="{B7F15C96-2E47-463B-8824-7889BB26D625}" srcOrd="0" destOrd="0" presId="urn:microsoft.com/office/officeart/2005/8/layout/bProcess4"/>
    <dgm:cxn modelId="{2D4A0567-C266-46B9-9AC0-69273BE15D82}" type="presOf" srcId="{FC1BB0E8-5358-4DCD-881F-CA3779CB4CA7}" destId="{600B6352-F3D3-417E-8887-70DD4EE78E4D}" srcOrd="0" destOrd="0" presId="urn:microsoft.com/office/officeart/2005/8/layout/bProcess4"/>
    <dgm:cxn modelId="{0BEAEF67-4344-4EC8-9CB3-77A0DD17B3E8}" srcId="{FC1BB0E8-5358-4DCD-881F-CA3779CB4CA7}" destId="{7E039D41-7D19-4A27-8704-89204D54E19E}" srcOrd="4" destOrd="0" parTransId="{55C3D115-C15D-4047-8A9A-9D609CBD0EEF}" sibTransId="{5842D81E-7960-494E-AB4B-4C0FF12AFC0C}"/>
    <dgm:cxn modelId="{1E10324C-E731-4438-A019-B469C7D332C5}" type="presOf" srcId="{578DE084-0AB1-4837-9D56-96FAF3FE258F}" destId="{ADE3B0A5-9A37-4553-A5B2-6261E269CC7A}" srcOrd="0" destOrd="0" presId="urn:microsoft.com/office/officeart/2005/8/layout/bProcess4"/>
    <dgm:cxn modelId="{B957626E-57EF-4988-BF51-0F87682C98F8}" srcId="{FC1BB0E8-5358-4DCD-881F-CA3779CB4CA7}" destId="{016798F5-05FA-4168-B1BB-3F951236EEA6}" srcOrd="0" destOrd="0" parTransId="{1AE4E598-F0D8-4FB7-962C-FB2AB8207E32}" sibTransId="{E914C072-2722-40E3-9831-4321139B3E58}"/>
    <dgm:cxn modelId="{F4DD3D6F-A843-4024-8721-D5612B77B820}" srcId="{FC1BB0E8-5358-4DCD-881F-CA3779CB4CA7}" destId="{96BA7952-EA93-4EB7-9D63-70B7BCB1EED4}" srcOrd="5" destOrd="0" parTransId="{02BE9170-9F69-4CC2-89FC-4829F963658D}" sibTransId="{63995B0C-870E-47E4-B7C4-F2FD82DCFB0D}"/>
    <dgm:cxn modelId="{6EFD7B71-09BB-4646-A5F3-D75CF96DAED8}" type="presOf" srcId="{FCF264F1-306F-4FF7-ADE0-7AF1259AD0E8}" destId="{4B7E0A6A-1E6A-4E8B-8BC7-983450B65678}" srcOrd="0" destOrd="0" presId="urn:microsoft.com/office/officeart/2005/8/layout/bProcess4"/>
    <dgm:cxn modelId="{085A30C6-57D4-44B6-8B19-D1C79D9CCAEE}" type="presOf" srcId="{96BA7952-EA93-4EB7-9D63-70B7BCB1EED4}" destId="{BEC68F15-5A0A-4DCE-B81A-965188F28E8B}" srcOrd="0" destOrd="0" presId="urn:microsoft.com/office/officeart/2005/8/layout/bProcess4"/>
    <dgm:cxn modelId="{CCA0E6E7-FC73-4306-8912-0E8DEA2DA4C2}" type="presOf" srcId="{016798F5-05FA-4168-B1BB-3F951236EEA6}" destId="{ED30AE60-54B5-4988-A9E3-1D25FCBDCB03}" srcOrd="0" destOrd="0" presId="urn:microsoft.com/office/officeart/2005/8/layout/bProcess4"/>
    <dgm:cxn modelId="{AFB9DEF0-4887-499B-976C-063D236781A9}" srcId="{FC1BB0E8-5358-4DCD-881F-CA3779CB4CA7}" destId="{1C8F84B0-78CB-4BB2-B3DC-B8B95D193515}" srcOrd="3" destOrd="0" parTransId="{2EF6321E-D6C4-4239-B313-360150E00438}" sibTransId="{578DE084-0AB1-4837-9D56-96FAF3FE258F}"/>
    <dgm:cxn modelId="{578DF6FF-1E61-4288-8A0D-02D5C6DE9E41}" type="presOf" srcId="{7C114BC4-F567-4FE6-A77F-9509E0FE5CCE}" destId="{309910C8-DC2A-4D19-B2AE-C22322394A69}" srcOrd="0" destOrd="0" presId="urn:microsoft.com/office/officeart/2005/8/layout/bProcess4"/>
    <dgm:cxn modelId="{99818BD3-B75C-4611-84E6-FFB37E7AC050}" type="presParOf" srcId="{600B6352-F3D3-417E-8887-70DD4EE78E4D}" destId="{5FE1D5A6-AC9F-4FA8-8210-63656454FE86}" srcOrd="0" destOrd="0" presId="urn:microsoft.com/office/officeart/2005/8/layout/bProcess4"/>
    <dgm:cxn modelId="{2045CFA8-BBDF-4D92-92FF-6D417C3EF7D2}" type="presParOf" srcId="{5FE1D5A6-AC9F-4FA8-8210-63656454FE86}" destId="{C8529054-ED7A-490E-82CD-8AD544A665D3}" srcOrd="0" destOrd="0" presId="urn:microsoft.com/office/officeart/2005/8/layout/bProcess4"/>
    <dgm:cxn modelId="{F823FE45-E136-4F26-AB6E-3ACAFBB8B2AC}" type="presParOf" srcId="{5FE1D5A6-AC9F-4FA8-8210-63656454FE86}" destId="{ED30AE60-54B5-4988-A9E3-1D25FCBDCB03}" srcOrd="1" destOrd="0" presId="urn:microsoft.com/office/officeart/2005/8/layout/bProcess4"/>
    <dgm:cxn modelId="{ED83A7F8-D493-44FF-9E1C-150DDB6006CA}" type="presParOf" srcId="{600B6352-F3D3-417E-8887-70DD4EE78E4D}" destId="{4C375C74-4F67-4350-82CD-028856E34245}" srcOrd="1" destOrd="0" presId="urn:microsoft.com/office/officeart/2005/8/layout/bProcess4"/>
    <dgm:cxn modelId="{4CAF4F69-9340-4911-95CC-4C8CCEF374F9}" type="presParOf" srcId="{600B6352-F3D3-417E-8887-70DD4EE78E4D}" destId="{93E1CD42-E119-4746-A98F-71651E8DBC0E}" srcOrd="2" destOrd="0" presId="urn:microsoft.com/office/officeart/2005/8/layout/bProcess4"/>
    <dgm:cxn modelId="{CDE04FD2-C034-4F83-A658-996543C9F2AF}" type="presParOf" srcId="{93E1CD42-E119-4746-A98F-71651E8DBC0E}" destId="{535FC2C4-D11C-4ACA-BCCD-1FDAE51AAE62}" srcOrd="0" destOrd="0" presId="urn:microsoft.com/office/officeart/2005/8/layout/bProcess4"/>
    <dgm:cxn modelId="{0F2EC127-2C36-4C70-B500-A2367D4E1052}" type="presParOf" srcId="{93E1CD42-E119-4746-A98F-71651E8DBC0E}" destId="{309910C8-DC2A-4D19-B2AE-C22322394A69}" srcOrd="1" destOrd="0" presId="urn:microsoft.com/office/officeart/2005/8/layout/bProcess4"/>
    <dgm:cxn modelId="{A45AC87A-68F1-4247-B36A-BCB9B0ABAE8B}" type="presParOf" srcId="{600B6352-F3D3-417E-8887-70DD4EE78E4D}" destId="{C4C75685-D4C3-43E4-B3C7-E83ED808F87A}" srcOrd="3" destOrd="0" presId="urn:microsoft.com/office/officeart/2005/8/layout/bProcess4"/>
    <dgm:cxn modelId="{C999DE2B-AE29-4393-98BD-3B9135F19462}" type="presParOf" srcId="{600B6352-F3D3-417E-8887-70DD4EE78E4D}" destId="{F2247166-FCE3-4340-917B-E7991DEACD8D}" srcOrd="4" destOrd="0" presId="urn:microsoft.com/office/officeart/2005/8/layout/bProcess4"/>
    <dgm:cxn modelId="{A372064F-9715-47D5-9A74-EDB93085D0EA}" type="presParOf" srcId="{F2247166-FCE3-4340-917B-E7991DEACD8D}" destId="{C5B1EB49-9220-453F-B307-7FEEB8EBE3B6}" srcOrd="0" destOrd="0" presId="urn:microsoft.com/office/officeart/2005/8/layout/bProcess4"/>
    <dgm:cxn modelId="{F60F01AA-3EF6-4144-9A23-E9F1551F45F3}" type="presParOf" srcId="{F2247166-FCE3-4340-917B-E7991DEACD8D}" destId="{4B7E0A6A-1E6A-4E8B-8BC7-983450B65678}" srcOrd="1" destOrd="0" presId="urn:microsoft.com/office/officeart/2005/8/layout/bProcess4"/>
    <dgm:cxn modelId="{0060AEAD-42BD-4D3D-90D2-0821BBE48C1F}" type="presParOf" srcId="{600B6352-F3D3-417E-8887-70DD4EE78E4D}" destId="{B7F15C96-2E47-463B-8824-7889BB26D625}" srcOrd="5" destOrd="0" presId="urn:microsoft.com/office/officeart/2005/8/layout/bProcess4"/>
    <dgm:cxn modelId="{B4DBD4E2-5FA3-44D3-AA29-E69A64E595D8}" type="presParOf" srcId="{600B6352-F3D3-417E-8887-70DD4EE78E4D}" destId="{A4B4CA9B-F750-40C2-8415-1E3E994E6B3C}" srcOrd="6" destOrd="0" presId="urn:microsoft.com/office/officeart/2005/8/layout/bProcess4"/>
    <dgm:cxn modelId="{35089066-8B51-4D19-9368-5F14F2043A23}" type="presParOf" srcId="{A4B4CA9B-F750-40C2-8415-1E3E994E6B3C}" destId="{2D90CBBB-D98A-4F02-9946-2D9EFC436A59}" srcOrd="0" destOrd="0" presId="urn:microsoft.com/office/officeart/2005/8/layout/bProcess4"/>
    <dgm:cxn modelId="{89922D1B-9F66-445D-BB83-B4D55CF26D17}" type="presParOf" srcId="{A4B4CA9B-F750-40C2-8415-1E3E994E6B3C}" destId="{0E9B2681-C3D3-4B23-BD17-C8059145CCC1}" srcOrd="1" destOrd="0" presId="urn:microsoft.com/office/officeart/2005/8/layout/bProcess4"/>
    <dgm:cxn modelId="{33631107-5E28-4852-AD56-676C861C1DB8}" type="presParOf" srcId="{600B6352-F3D3-417E-8887-70DD4EE78E4D}" destId="{ADE3B0A5-9A37-4553-A5B2-6261E269CC7A}" srcOrd="7" destOrd="0" presId="urn:microsoft.com/office/officeart/2005/8/layout/bProcess4"/>
    <dgm:cxn modelId="{DB5E91E1-DBB8-45CB-BD64-EF8AF2D5B504}" type="presParOf" srcId="{600B6352-F3D3-417E-8887-70DD4EE78E4D}" destId="{0CF2DE9E-06DB-47E9-BA75-E68D67D70017}" srcOrd="8" destOrd="0" presId="urn:microsoft.com/office/officeart/2005/8/layout/bProcess4"/>
    <dgm:cxn modelId="{8897FC36-64FA-4A1E-84BF-1BBA3214012F}" type="presParOf" srcId="{0CF2DE9E-06DB-47E9-BA75-E68D67D70017}" destId="{62D26DB6-126C-47A2-A05F-A0FA1299B650}" srcOrd="0" destOrd="0" presId="urn:microsoft.com/office/officeart/2005/8/layout/bProcess4"/>
    <dgm:cxn modelId="{1B1E2195-2EBA-483E-873F-D8865CA5EC37}" type="presParOf" srcId="{0CF2DE9E-06DB-47E9-BA75-E68D67D70017}" destId="{09637C1B-FF20-4D89-8D05-443D90E09487}" srcOrd="1" destOrd="0" presId="urn:microsoft.com/office/officeart/2005/8/layout/bProcess4"/>
    <dgm:cxn modelId="{41BAE809-C86F-45E6-A7AC-AFB5DAD64CEB}" type="presParOf" srcId="{600B6352-F3D3-417E-8887-70DD4EE78E4D}" destId="{BE4B044E-2E84-490F-9DFC-1C3AAD543C18}" srcOrd="9" destOrd="0" presId="urn:microsoft.com/office/officeart/2005/8/layout/bProcess4"/>
    <dgm:cxn modelId="{F6FD9352-D8E0-494E-9963-67FA6EDCED8D}" type="presParOf" srcId="{600B6352-F3D3-417E-8887-70DD4EE78E4D}" destId="{E4DA46B9-7F4C-4036-B579-0A41FCFA6ECF}" srcOrd="10" destOrd="0" presId="urn:microsoft.com/office/officeart/2005/8/layout/bProcess4"/>
    <dgm:cxn modelId="{05B1EE22-4FAD-49AF-AA4F-86366A7C87D8}" type="presParOf" srcId="{E4DA46B9-7F4C-4036-B579-0A41FCFA6ECF}" destId="{5F4EAB7A-2344-4829-92D9-C2E9DB1ADD8A}" srcOrd="0" destOrd="0" presId="urn:microsoft.com/office/officeart/2005/8/layout/bProcess4"/>
    <dgm:cxn modelId="{FEF904B5-6336-48B9-9FBB-3CE97C196471}" type="presParOf" srcId="{E4DA46B9-7F4C-4036-B579-0A41FCFA6ECF}" destId="{BEC68F15-5A0A-4DCE-B81A-965188F28E8B}" srcOrd="1" destOrd="0" presId="urn:microsoft.com/office/officeart/2005/8/layout/bProcess4"/>
  </dgm:cxnLst>
  <dgm:bg>
    <a:effectLst>
      <a:outerShdw blurRad="50800" dist="38100" dir="16200000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5FFD56-A721-43B6-928F-7BF39CF2ED12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120D1D6-19FF-434C-A3CB-35B84B2004B7}">
      <dgm:prSet phldrT="[Text]" phldr="0"/>
      <dgm:spPr/>
      <dgm:t>
        <a:bodyPr/>
        <a:lstStyle/>
        <a:p>
          <a:r>
            <a:rPr lang="en-IN" dirty="0" err="1"/>
            <a:t>Ingredinet</a:t>
          </a:r>
          <a:r>
            <a:rPr lang="en-IN" dirty="0"/>
            <a:t> Data</a:t>
          </a:r>
        </a:p>
      </dgm:t>
    </dgm:pt>
    <dgm:pt modelId="{5F7DBB41-B2CC-400C-BAEF-0348A598D676}" type="parTrans" cxnId="{0DF04E70-72FB-4280-8564-62E823E7A129}">
      <dgm:prSet/>
      <dgm:spPr/>
      <dgm:t>
        <a:bodyPr/>
        <a:lstStyle/>
        <a:p>
          <a:endParaRPr lang="en-IN"/>
        </a:p>
      </dgm:t>
    </dgm:pt>
    <dgm:pt modelId="{40E67088-D689-4FBA-B787-9B1EEEC264BE}" type="sibTrans" cxnId="{0DF04E70-72FB-4280-8564-62E823E7A129}">
      <dgm:prSet/>
      <dgm:spPr/>
      <dgm:t>
        <a:bodyPr/>
        <a:lstStyle/>
        <a:p>
          <a:endParaRPr lang="en-IN"/>
        </a:p>
      </dgm:t>
    </dgm:pt>
    <dgm:pt modelId="{352E9EB3-8BDA-4ADB-99D1-99AA58936833}">
      <dgm:prSet phldrT="[Text]" phldr="0"/>
      <dgm:spPr/>
      <dgm:t>
        <a:bodyPr/>
        <a:lstStyle/>
        <a:p>
          <a:r>
            <a:rPr lang="en-IN" dirty="0"/>
            <a:t>Tokenization</a:t>
          </a:r>
        </a:p>
      </dgm:t>
    </dgm:pt>
    <dgm:pt modelId="{B1BCA4E6-4770-4EE7-A42C-3CF5B82D1A6E}" type="parTrans" cxnId="{39A83282-37B8-4E4D-9B07-4CA61B7DDCEE}">
      <dgm:prSet/>
      <dgm:spPr/>
      <dgm:t>
        <a:bodyPr/>
        <a:lstStyle/>
        <a:p>
          <a:endParaRPr lang="en-IN"/>
        </a:p>
      </dgm:t>
    </dgm:pt>
    <dgm:pt modelId="{D2639178-FA90-4C3B-B269-138E7358AF8B}" type="sibTrans" cxnId="{39A83282-37B8-4E4D-9B07-4CA61B7DDCEE}">
      <dgm:prSet/>
      <dgm:spPr/>
      <dgm:t>
        <a:bodyPr/>
        <a:lstStyle/>
        <a:p>
          <a:endParaRPr lang="en-IN"/>
        </a:p>
      </dgm:t>
    </dgm:pt>
    <dgm:pt modelId="{4D100F6B-4AF4-4EEA-BCF0-09EC853D9CD7}">
      <dgm:prSet phldrT="[Text]" phldr="0"/>
      <dgm:spPr/>
      <dgm:t>
        <a:bodyPr/>
        <a:lstStyle/>
        <a:p>
          <a:r>
            <a:rPr lang="en-IN" dirty="0"/>
            <a:t>TF-IDF Vectorization</a:t>
          </a:r>
        </a:p>
      </dgm:t>
    </dgm:pt>
    <dgm:pt modelId="{563C0C74-0A17-43A5-8B14-6E1430D352C5}" type="parTrans" cxnId="{DFFD0EAA-3341-4749-8703-8D65A7B5FB79}">
      <dgm:prSet/>
      <dgm:spPr/>
      <dgm:t>
        <a:bodyPr/>
        <a:lstStyle/>
        <a:p>
          <a:endParaRPr lang="en-IN"/>
        </a:p>
      </dgm:t>
    </dgm:pt>
    <dgm:pt modelId="{6D87A19C-0D40-40C7-9BEF-388194F2715C}" type="sibTrans" cxnId="{DFFD0EAA-3341-4749-8703-8D65A7B5FB79}">
      <dgm:prSet/>
      <dgm:spPr/>
      <dgm:t>
        <a:bodyPr/>
        <a:lstStyle/>
        <a:p>
          <a:endParaRPr lang="en-IN"/>
        </a:p>
      </dgm:t>
    </dgm:pt>
    <dgm:pt modelId="{C4F17521-5E51-4009-AC6A-C6AAB61784ED}">
      <dgm:prSet phldrT="[Text]" phldr="0"/>
      <dgm:spPr/>
      <dgm:t>
        <a:bodyPr/>
        <a:lstStyle/>
        <a:p>
          <a:r>
            <a:rPr lang="en-IN" dirty="0"/>
            <a:t>Cosine Similarity</a:t>
          </a:r>
        </a:p>
      </dgm:t>
    </dgm:pt>
    <dgm:pt modelId="{FBF982EC-D805-4DB2-B086-8860C512B111}" type="parTrans" cxnId="{3B4DF138-D954-48C3-86B6-603A7326F3F9}">
      <dgm:prSet/>
      <dgm:spPr/>
      <dgm:t>
        <a:bodyPr/>
        <a:lstStyle/>
        <a:p>
          <a:endParaRPr lang="en-IN"/>
        </a:p>
      </dgm:t>
    </dgm:pt>
    <dgm:pt modelId="{EF147BCC-E5F7-46F2-9E3C-4B5D07EA1A32}" type="sibTrans" cxnId="{3B4DF138-D954-48C3-86B6-603A7326F3F9}">
      <dgm:prSet/>
      <dgm:spPr/>
      <dgm:t>
        <a:bodyPr/>
        <a:lstStyle/>
        <a:p>
          <a:endParaRPr lang="en-IN"/>
        </a:p>
      </dgm:t>
    </dgm:pt>
    <dgm:pt modelId="{97CCDF23-A820-42FC-9AF3-24CACC7CB144}">
      <dgm:prSet phldrT="[Text]" phldr="0"/>
      <dgm:spPr/>
      <dgm:t>
        <a:bodyPr/>
        <a:lstStyle/>
        <a:p>
          <a:r>
            <a:rPr lang="en-IN" dirty="0"/>
            <a:t>Recommendation Engine</a:t>
          </a:r>
        </a:p>
      </dgm:t>
    </dgm:pt>
    <dgm:pt modelId="{8EB276DB-875B-4F44-8D36-DC47D3EAB2E3}" type="parTrans" cxnId="{C33680B6-6D80-4755-B7BE-251FEF737785}">
      <dgm:prSet/>
      <dgm:spPr/>
      <dgm:t>
        <a:bodyPr/>
        <a:lstStyle/>
        <a:p>
          <a:endParaRPr lang="en-IN"/>
        </a:p>
      </dgm:t>
    </dgm:pt>
    <dgm:pt modelId="{D46567BB-A1D5-4567-92D6-8A12F7E61580}" type="sibTrans" cxnId="{C33680B6-6D80-4755-B7BE-251FEF737785}">
      <dgm:prSet/>
      <dgm:spPr/>
      <dgm:t>
        <a:bodyPr/>
        <a:lstStyle/>
        <a:p>
          <a:endParaRPr lang="en-IN"/>
        </a:p>
      </dgm:t>
    </dgm:pt>
    <dgm:pt modelId="{82DE3BAB-2C21-4FED-91BC-EFAFB4663B96}" type="pres">
      <dgm:prSet presAssocID="{2D5FFD56-A721-43B6-928F-7BF39CF2ED12}" presName="diagram" presStyleCnt="0">
        <dgm:presLayoutVars>
          <dgm:dir/>
          <dgm:resizeHandles val="exact"/>
        </dgm:presLayoutVars>
      </dgm:prSet>
      <dgm:spPr/>
    </dgm:pt>
    <dgm:pt modelId="{B9689BCD-1695-407A-B638-E84B26BF1A32}" type="pres">
      <dgm:prSet presAssocID="{2120D1D6-19FF-434C-A3CB-35B84B2004B7}" presName="node" presStyleLbl="node1" presStyleIdx="0" presStyleCnt="5" custScaleY="130550" custLinFactNeighborX="4948">
        <dgm:presLayoutVars>
          <dgm:bulletEnabled val="1"/>
        </dgm:presLayoutVars>
      </dgm:prSet>
      <dgm:spPr/>
    </dgm:pt>
    <dgm:pt modelId="{2B887D50-3091-47FD-8269-FCD3E17C8721}" type="pres">
      <dgm:prSet presAssocID="{40E67088-D689-4FBA-B787-9B1EEEC264BE}" presName="sibTrans" presStyleLbl="sibTrans2D1" presStyleIdx="0" presStyleCnt="4"/>
      <dgm:spPr/>
    </dgm:pt>
    <dgm:pt modelId="{2CCA2ECE-BDB3-4D45-AD8E-2E32DBFCABEB}" type="pres">
      <dgm:prSet presAssocID="{40E67088-D689-4FBA-B787-9B1EEEC264BE}" presName="connectorText" presStyleLbl="sibTrans2D1" presStyleIdx="0" presStyleCnt="4"/>
      <dgm:spPr/>
    </dgm:pt>
    <dgm:pt modelId="{A551C754-085B-403C-859E-E302EBC2820A}" type="pres">
      <dgm:prSet presAssocID="{352E9EB3-8BDA-4ADB-99D1-99AA58936833}" presName="node" presStyleLbl="node1" presStyleIdx="1" presStyleCnt="5">
        <dgm:presLayoutVars>
          <dgm:bulletEnabled val="1"/>
        </dgm:presLayoutVars>
      </dgm:prSet>
      <dgm:spPr/>
    </dgm:pt>
    <dgm:pt modelId="{7CB6CDA9-FADD-4FBF-A8C0-D9A7535EC971}" type="pres">
      <dgm:prSet presAssocID="{D2639178-FA90-4C3B-B269-138E7358AF8B}" presName="sibTrans" presStyleLbl="sibTrans2D1" presStyleIdx="1" presStyleCnt="4"/>
      <dgm:spPr/>
    </dgm:pt>
    <dgm:pt modelId="{3695E905-B4F9-4958-A57B-983D65797C6E}" type="pres">
      <dgm:prSet presAssocID="{D2639178-FA90-4C3B-B269-138E7358AF8B}" presName="connectorText" presStyleLbl="sibTrans2D1" presStyleIdx="1" presStyleCnt="4"/>
      <dgm:spPr/>
    </dgm:pt>
    <dgm:pt modelId="{036D9745-C51D-45E2-96D1-4B087CF9858D}" type="pres">
      <dgm:prSet presAssocID="{4D100F6B-4AF4-4EEA-BCF0-09EC853D9CD7}" presName="node" presStyleLbl="node1" presStyleIdx="2" presStyleCnt="5">
        <dgm:presLayoutVars>
          <dgm:bulletEnabled val="1"/>
        </dgm:presLayoutVars>
      </dgm:prSet>
      <dgm:spPr/>
    </dgm:pt>
    <dgm:pt modelId="{9A2BB9AC-93F0-4AD6-83E4-18AA4423CD15}" type="pres">
      <dgm:prSet presAssocID="{6D87A19C-0D40-40C7-9BEF-388194F2715C}" presName="sibTrans" presStyleLbl="sibTrans2D1" presStyleIdx="2" presStyleCnt="4"/>
      <dgm:spPr/>
    </dgm:pt>
    <dgm:pt modelId="{22AA56BF-48F3-4F93-8B15-CD04883FE3DA}" type="pres">
      <dgm:prSet presAssocID="{6D87A19C-0D40-40C7-9BEF-388194F2715C}" presName="connectorText" presStyleLbl="sibTrans2D1" presStyleIdx="2" presStyleCnt="4"/>
      <dgm:spPr/>
    </dgm:pt>
    <dgm:pt modelId="{131A18E7-D9EF-4B88-8FD2-5C6569EDF899}" type="pres">
      <dgm:prSet presAssocID="{C4F17521-5E51-4009-AC6A-C6AAB61784ED}" presName="node" presStyleLbl="node1" presStyleIdx="3" presStyleCnt="5">
        <dgm:presLayoutVars>
          <dgm:bulletEnabled val="1"/>
        </dgm:presLayoutVars>
      </dgm:prSet>
      <dgm:spPr/>
    </dgm:pt>
    <dgm:pt modelId="{74F4282A-40E8-441E-A2C7-EEF1E91A12E3}" type="pres">
      <dgm:prSet presAssocID="{EF147BCC-E5F7-46F2-9E3C-4B5D07EA1A32}" presName="sibTrans" presStyleLbl="sibTrans2D1" presStyleIdx="3" presStyleCnt="4"/>
      <dgm:spPr/>
    </dgm:pt>
    <dgm:pt modelId="{49C7D308-B1A7-4341-9616-BD6CF61673C8}" type="pres">
      <dgm:prSet presAssocID="{EF147BCC-E5F7-46F2-9E3C-4B5D07EA1A32}" presName="connectorText" presStyleLbl="sibTrans2D1" presStyleIdx="3" presStyleCnt="4"/>
      <dgm:spPr/>
    </dgm:pt>
    <dgm:pt modelId="{65E23745-083D-41BB-9C1F-334A0AE68F58}" type="pres">
      <dgm:prSet presAssocID="{97CCDF23-A820-42FC-9AF3-24CACC7CB144}" presName="node" presStyleLbl="node1" presStyleIdx="4" presStyleCnt="5">
        <dgm:presLayoutVars>
          <dgm:bulletEnabled val="1"/>
        </dgm:presLayoutVars>
      </dgm:prSet>
      <dgm:spPr/>
    </dgm:pt>
  </dgm:ptLst>
  <dgm:cxnLst>
    <dgm:cxn modelId="{50FE490C-DA5D-49BD-A106-E8DC5DEA25EC}" type="presOf" srcId="{C4F17521-5E51-4009-AC6A-C6AAB61784ED}" destId="{131A18E7-D9EF-4B88-8FD2-5C6569EDF899}" srcOrd="0" destOrd="0" presId="urn:microsoft.com/office/officeart/2005/8/layout/process5"/>
    <dgm:cxn modelId="{047A0025-8A8C-4E8C-B54C-121CA6335094}" type="presOf" srcId="{352E9EB3-8BDA-4ADB-99D1-99AA58936833}" destId="{A551C754-085B-403C-859E-E302EBC2820A}" srcOrd="0" destOrd="0" presId="urn:microsoft.com/office/officeart/2005/8/layout/process5"/>
    <dgm:cxn modelId="{3B4DF138-D954-48C3-86B6-603A7326F3F9}" srcId="{2D5FFD56-A721-43B6-928F-7BF39CF2ED12}" destId="{C4F17521-5E51-4009-AC6A-C6AAB61784ED}" srcOrd="3" destOrd="0" parTransId="{FBF982EC-D805-4DB2-B086-8860C512B111}" sibTransId="{EF147BCC-E5F7-46F2-9E3C-4B5D07EA1A32}"/>
    <dgm:cxn modelId="{DD9D0765-1977-4F7E-8F2B-A758B8DED777}" type="presOf" srcId="{4D100F6B-4AF4-4EEA-BCF0-09EC853D9CD7}" destId="{036D9745-C51D-45E2-96D1-4B087CF9858D}" srcOrd="0" destOrd="0" presId="urn:microsoft.com/office/officeart/2005/8/layout/process5"/>
    <dgm:cxn modelId="{4DDB6D6A-3792-4D30-8595-C0FCDDEDC4B4}" type="presOf" srcId="{EF147BCC-E5F7-46F2-9E3C-4B5D07EA1A32}" destId="{49C7D308-B1A7-4341-9616-BD6CF61673C8}" srcOrd="1" destOrd="0" presId="urn:microsoft.com/office/officeart/2005/8/layout/process5"/>
    <dgm:cxn modelId="{0DF04E70-72FB-4280-8564-62E823E7A129}" srcId="{2D5FFD56-A721-43B6-928F-7BF39CF2ED12}" destId="{2120D1D6-19FF-434C-A3CB-35B84B2004B7}" srcOrd="0" destOrd="0" parTransId="{5F7DBB41-B2CC-400C-BAEF-0348A598D676}" sibTransId="{40E67088-D689-4FBA-B787-9B1EEEC264BE}"/>
    <dgm:cxn modelId="{6571B370-E627-4365-B238-BFE7F6DE7297}" type="presOf" srcId="{40E67088-D689-4FBA-B787-9B1EEEC264BE}" destId="{2B887D50-3091-47FD-8269-FCD3E17C8721}" srcOrd="0" destOrd="0" presId="urn:microsoft.com/office/officeart/2005/8/layout/process5"/>
    <dgm:cxn modelId="{49045257-0094-44F1-9BC0-FBCE2677BB65}" type="presOf" srcId="{EF147BCC-E5F7-46F2-9E3C-4B5D07EA1A32}" destId="{74F4282A-40E8-441E-A2C7-EEF1E91A12E3}" srcOrd="0" destOrd="0" presId="urn:microsoft.com/office/officeart/2005/8/layout/process5"/>
    <dgm:cxn modelId="{39A83282-37B8-4E4D-9B07-4CA61B7DDCEE}" srcId="{2D5FFD56-A721-43B6-928F-7BF39CF2ED12}" destId="{352E9EB3-8BDA-4ADB-99D1-99AA58936833}" srcOrd="1" destOrd="0" parTransId="{B1BCA4E6-4770-4EE7-A42C-3CF5B82D1A6E}" sibTransId="{D2639178-FA90-4C3B-B269-138E7358AF8B}"/>
    <dgm:cxn modelId="{E01F968C-C713-4502-B37A-D202EB2A8E24}" type="presOf" srcId="{6D87A19C-0D40-40C7-9BEF-388194F2715C}" destId="{22AA56BF-48F3-4F93-8B15-CD04883FE3DA}" srcOrd="1" destOrd="0" presId="urn:microsoft.com/office/officeart/2005/8/layout/process5"/>
    <dgm:cxn modelId="{CDEDD69A-0602-43C2-86B5-7A1C45DD9A55}" type="presOf" srcId="{D2639178-FA90-4C3B-B269-138E7358AF8B}" destId="{7CB6CDA9-FADD-4FBF-A8C0-D9A7535EC971}" srcOrd="0" destOrd="0" presId="urn:microsoft.com/office/officeart/2005/8/layout/process5"/>
    <dgm:cxn modelId="{DFFD0EAA-3341-4749-8703-8D65A7B5FB79}" srcId="{2D5FFD56-A721-43B6-928F-7BF39CF2ED12}" destId="{4D100F6B-4AF4-4EEA-BCF0-09EC853D9CD7}" srcOrd="2" destOrd="0" parTransId="{563C0C74-0A17-43A5-8B14-6E1430D352C5}" sibTransId="{6D87A19C-0D40-40C7-9BEF-388194F2715C}"/>
    <dgm:cxn modelId="{012453B6-E0A3-4C52-AD7B-7FF5C24CAF6D}" type="presOf" srcId="{D2639178-FA90-4C3B-B269-138E7358AF8B}" destId="{3695E905-B4F9-4958-A57B-983D65797C6E}" srcOrd="1" destOrd="0" presId="urn:microsoft.com/office/officeart/2005/8/layout/process5"/>
    <dgm:cxn modelId="{C33680B6-6D80-4755-B7BE-251FEF737785}" srcId="{2D5FFD56-A721-43B6-928F-7BF39CF2ED12}" destId="{97CCDF23-A820-42FC-9AF3-24CACC7CB144}" srcOrd="4" destOrd="0" parTransId="{8EB276DB-875B-4F44-8D36-DC47D3EAB2E3}" sibTransId="{D46567BB-A1D5-4567-92D6-8A12F7E61580}"/>
    <dgm:cxn modelId="{BECC0EC2-B6EB-4388-ADB7-F6BF348379EC}" type="presOf" srcId="{6D87A19C-0D40-40C7-9BEF-388194F2715C}" destId="{9A2BB9AC-93F0-4AD6-83E4-18AA4423CD15}" srcOrd="0" destOrd="0" presId="urn:microsoft.com/office/officeart/2005/8/layout/process5"/>
    <dgm:cxn modelId="{88597FC2-8655-4D5F-BC1B-8CBDA4B8B6F9}" type="presOf" srcId="{40E67088-D689-4FBA-B787-9B1EEEC264BE}" destId="{2CCA2ECE-BDB3-4D45-AD8E-2E32DBFCABEB}" srcOrd="1" destOrd="0" presId="urn:microsoft.com/office/officeart/2005/8/layout/process5"/>
    <dgm:cxn modelId="{49E93CD0-E27F-4B8D-A97D-58294B513A3B}" type="presOf" srcId="{2D5FFD56-A721-43B6-928F-7BF39CF2ED12}" destId="{82DE3BAB-2C21-4FED-91BC-EFAFB4663B96}" srcOrd="0" destOrd="0" presId="urn:microsoft.com/office/officeart/2005/8/layout/process5"/>
    <dgm:cxn modelId="{C04E43DC-E7AD-4998-96AF-E50DE5072F2D}" type="presOf" srcId="{97CCDF23-A820-42FC-9AF3-24CACC7CB144}" destId="{65E23745-083D-41BB-9C1F-334A0AE68F58}" srcOrd="0" destOrd="0" presId="urn:microsoft.com/office/officeart/2005/8/layout/process5"/>
    <dgm:cxn modelId="{CCDEF2EC-CFB6-4B8C-8B4C-3309579AED13}" type="presOf" srcId="{2120D1D6-19FF-434C-A3CB-35B84B2004B7}" destId="{B9689BCD-1695-407A-B638-E84B26BF1A32}" srcOrd="0" destOrd="0" presId="urn:microsoft.com/office/officeart/2005/8/layout/process5"/>
    <dgm:cxn modelId="{D69CE17A-283C-4AE4-9878-EABA20022499}" type="presParOf" srcId="{82DE3BAB-2C21-4FED-91BC-EFAFB4663B96}" destId="{B9689BCD-1695-407A-B638-E84B26BF1A32}" srcOrd="0" destOrd="0" presId="urn:microsoft.com/office/officeart/2005/8/layout/process5"/>
    <dgm:cxn modelId="{FE21361C-7B77-4C2D-996F-A96DA11E7F6E}" type="presParOf" srcId="{82DE3BAB-2C21-4FED-91BC-EFAFB4663B96}" destId="{2B887D50-3091-47FD-8269-FCD3E17C8721}" srcOrd="1" destOrd="0" presId="urn:microsoft.com/office/officeart/2005/8/layout/process5"/>
    <dgm:cxn modelId="{C459A301-E7D2-4E72-B2FA-D7DC98D48D1F}" type="presParOf" srcId="{2B887D50-3091-47FD-8269-FCD3E17C8721}" destId="{2CCA2ECE-BDB3-4D45-AD8E-2E32DBFCABEB}" srcOrd="0" destOrd="0" presId="urn:microsoft.com/office/officeart/2005/8/layout/process5"/>
    <dgm:cxn modelId="{32EEC4C0-40B8-44A2-BCB8-46E29E9A1418}" type="presParOf" srcId="{82DE3BAB-2C21-4FED-91BC-EFAFB4663B96}" destId="{A551C754-085B-403C-859E-E302EBC2820A}" srcOrd="2" destOrd="0" presId="urn:microsoft.com/office/officeart/2005/8/layout/process5"/>
    <dgm:cxn modelId="{3D033FEA-39D4-42C6-93C2-77FDF6BAD2AC}" type="presParOf" srcId="{82DE3BAB-2C21-4FED-91BC-EFAFB4663B96}" destId="{7CB6CDA9-FADD-4FBF-A8C0-D9A7535EC971}" srcOrd="3" destOrd="0" presId="urn:microsoft.com/office/officeart/2005/8/layout/process5"/>
    <dgm:cxn modelId="{E3FB75C2-04A9-465D-971C-65D419807C7B}" type="presParOf" srcId="{7CB6CDA9-FADD-4FBF-A8C0-D9A7535EC971}" destId="{3695E905-B4F9-4958-A57B-983D65797C6E}" srcOrd="0" destOrd="0" presId="urn:microsoft.com/office/officeart/2005/8/layout/process5"/>
    <dgm:cxn modelId="{10086CD6-D618-466A-A576-D02BCD277472}" type="presParOf" srcId="{82DE3BAB-2C21-4FED-91BC-EFAFB4663B96}" destId="{036D9745-C51D-45E2-96D1-4B087CF9858D}" srcOrd="4" destOrd="0" presId="urn:microsoft.com/office/officeart/2005/8/layout/process5"/>
    <dgm:cxn modelId="{B57119E6-7F78-4827-A3FB-B6122E009737}" type="presParOf" srcId="{82DE3BAB-2C21-4FED-91BC-EFAFB4663B96}" destId="{9A2BB9AC-93F0-4AD6-83E4-18AA4423CD15}" srcOrd="5" destOrd="0" presId="urn:microsoft.com/office/officeart/2005/8/layout/process5"/>
    <dgm:cxn modelId="{DC06C21D-4E48-4F8E-9EB8-CFEE0CF01EFD}" type="presParOf" srcId="{9A2BB9AC-93F0-4AD6-83E4-18AA4423CD15}" destId="{22AA56BF-48F3-4F93-8B15-CD04883FE3DA}" srcOrd="0" destOrd="0" presId="urn:microsoft.com/office/officeart/2005/8/layout/process5"/>
    <dgm:cxn modelId="{F284B56C-6CA3-4F5F-B597-3695D3457A42}" type="presParOf" srcId="{82DE3BAB-2C21-4FED-91BC-EFAFB4663B96}" destId="{131A18E7-D9EF-4B88-8FD2-5C6569EDF899}" srcOrd="6" destOrd="0" presId="urn:microsoft.com/office/officeart/2005/8/layout/process5"/>
    <dgm:cxn modelId="{BA7A8891-9C21-4C51-BBF1-DA7A498949E3}" type="presParOf" srcId="{82DE3BAB-2C21-4FED-91BC-EFAFB4663B96}" destId="{74F4282A-40E8-441E-A2C7-EEF1E91A12E3}" srcOrd="7" destOrd="0" presId="urn:microsoft.com/office/officeart/2005/8/layout/process5"/>
    <dgm:cxn modelId="{2C26B7E1-AB82-4B91-B405-A876F9979991}" type="presParOf" srcId="{74F4282A-40E8-441E-A2C7-EEF1E91A12E3}" destId="{49C7D308-B1A7-4341-9616-BD6CF61673C8}" srcOrd="0" destOrd="0" presId="urn:microsoft.com/office/officeart/2005/8/layout/process5"/>
    <dgm:cxn modelId="{7B28F6DD-6F7F-40BB-9CD3-D7F7348B0A1F}" type="presParOf" srcId="{82DE3BAB-2C21-4FED-91BC-EFAFB4663B96}" destId="{65E23745-083D-41BB-9C1F-334A0AE68F58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75C74-4F67-4350-82CD-028856E34245}">
      <dsp:nvSpPr>
        <dsp:cNvPr id="0" name=""/>
        <dsp:cNvSpPr/>
      </dsp:nvSpPr>
      <dsp:spPr>
        <a:xfrm rot="5400000">
          <a:off x="1122746" y="1232258"/>
          <a:ext cx="1923085" cy="23198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30AE60-54B5-4988-A9E3-1D25FCBDCB03}">
      <dsp:nvSpPr>
        <dsp:cNvPr id="0" name=""/>
        <dsp:cNvSpPr/>
      </dsp:nvSpPr>
      <dsp:spPr>
        <a:xfrm>
          <a:off x="1563677" y="2789"/>
          <a:ext cx="2577661" cy="1546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innerShdw blurRad="63500" dist="50800" dir="13500000">
            <a:prstClr val="black">
              <a:alpha val="50000"/>
            </a:prstClr>
          </a:innerShdw>
        </a:effectLst>
        <a:scene3d>
          <a:camera prst="isometricOffAxis1Right"/>
          <a:lightRig rig="threePt" dir="t"/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Dataset</a:t>
          </a:r>
        </a:p>
      </dsp:txBody>
      <dsp:txXfrm>
        <a:off x="1608975" y="48087"/>
        <a:ext cx="2487065" cy="1456000"/>
      </dsp:txXfrm>
    </dsp:sp>
    <dsp:sp modelId="{C4C75685-D4C3-43E4-B3C7-E83ED808F87A}">
      <dsp:nvSpPr>
        <dsp:cNvPr id="0" name=""/>
        <dsp:cNvSpPr/>
      </dsp:nvSpPr>
      <dsp:spPr>
        <a:xfrm rot="5400000">
          <a:off x="1122746" y="3165504"/>
          <a:ext cx="1923085" cy="23198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9910C8-DC2A-4D19-B2AE-C22322394A69}">
      <dsp:nvSpPr>
        <dsp:cNvPr id="0" name=""/>
        <dsp:cNvSpPr/>
      </dsp:nvSpPr>
      <dsp:spPr>
        <a:xfrm>
          <a:off x="1563677" y="1936035"/>
          <a:ext cx="2577661" cy="1546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isometricOffAxis1Right"/>
          <a:lightRig rig="threePt" dir="t"/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Data Cleaning</a:t>
          </a:r>
        </a:p>
      </dsp:txBody>
      <dsp:txXfrm>
        <a:off x="1608975" y="1981333"/>
        <a:ext cx="2487065" cy="1456000"/>
      </dsp:txXfrm>
    </dsp:sp>
    <dsp:sp modelId="{B7F15C96-2E47-463B-8824-7889BB26D625}">
      <dsp:nvSpPr>
        <dsp:cNvPr id="0" name=""/>
        <dsp:cNvSpPr/>
      </dsp:nvSpPr>
      <dsp:spPr>
        <a:xfrm>
          <a:off x="2089369" y="4132127"/>
          <a:ext cx="3418129" cy="23198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E0A6A-1E6A-4E8B-8BC7-983450B65678}">
      <dsp:nvSpPr>
        <dsp:cNvPr id="0" name=""/>
        <dsp:cNvSpPr/>
      </dsp:nvSpPr>
      <dsp:spPr>
        <a:xfrm>
          <a:off x="1563677" y="3869281"/>
          <a:ext cx="2577661" cy="1546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isometricOffAxis1Right"/>
          <a:lightRig rig="threePt" dir="t"/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Ingredient Processing</a:t>
          </a:r>
        </a:p>
      </dsp:txBody>
      <dsp:txXfrm>
        <a:off x="1608975" y="3914579"/>
        <a:ext cx="2487065" cy="1456000"/>
      </dsp:txXfrm>
    </dsp:sp>
    <dsp:sp modelId="{ADE3B0A5-9A37-4553-A5B2-6261E269CC7A}">
      <dsp:nvSpPr>
        <dsp:cNvPr id="0" name=""/>
        <dsp:cNvSpPr/>
      </dsp:nvSpPr>
      <dsp:spPr>
        <a:xfrm rot="16200000">
          <a:off x="4551036" y="3165504"/>
          <a:ext cx="1923085" cy="23198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9B2681-C3D3-4B23-BD17-C8059145CCC1}">
      <dsp:nvSpPr>
        <dsp:cNvPr id="0" name=""/>
        <dsp:cNvSpPr/>
      </dsp:nvSpPr>
      <dsp:spPr>
        <a:xfrm>
          <a:off x="4991966" y="3869281"/>
          <a:ext cx="2577661" cy="1546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isometricOffAxis1Right"/>
          <a:lightRig rig="threePt" dir="t"/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TF-IDF</a:t>
          </a:r>
        </a:p>
      </dsp:txBody>
      <dsp:txXfrm>
        <a:off x="5037264" y="3914579"/>
        <a:ext cx="2487065" cy="1456000"/>
      </dsp:txXfrm>
    </dsp:sp>
    <dsp:sp modelId="{BE4B044E-2E84-490F-9DFC-1C3AAD543C18}">
      <dsp:nvSpPr>
        <dsp:cNvPr id="0" name=""/>
        <dsp:cNvSpPr/>
      </dsp:nvSpPr>
      <dsp:spPr>
        <a:xfrm rot="16200000">
          <a:off x="4551036" y="1232258"/>
          <a:ext cx="1923085" cy="23198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637C1B-FF20-4D89-8D05-443D90E09487}">
      <dsp:nvSpPr>
        <dsp:cNvPr id="0" name=""/>
        <dsp:cNvSpPr/>
      </dsp:nvSpPr>
      <dsp:spPr>
        <a:xfrm>
          <a:off x="4991966" y="1936035"/>
          <a:ext cx="2577661" cy="1546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isometricOffAxis1Right"/>
          <a:lightRig rig="threePt" dir="t"/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Cosine similarity</a:t>
          </a:r>
        </a:p>
      </dsp:txBody>
      <dsp:txXfrm>
        <a:off x="5037264" y="1981333"/>
        <a:ext cx="2487065" cy="1456000"/>
      </dsp:txXfrm>
    </dsp:sp>
    <dsp:sp modelId="{BEC68F15-5A0A-4DCE-B81A-965188F28E8B}">
      <dsp:nvSpPr>
        <dsp:cNvPr id="0" name=""/>
        <dsp:cNvSpPr/>
      </dsp:nvSpPr>
      <dsp:spPr>
        <a:xfrm>
          <a:off x="4991966" y="2789"/>
          <a:ext cx="2577661" cy="1546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isometricOffAxis1Right"/>
          <a:lightRig rig="threePt" dir="t"/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Recommendations</a:t>
          </a:r>
        </a:p>
      </dsp:txBody>
      <dsp:txXfrm>
        <a:off x="5037264" y="48087"/>
        <a:ext cx="2487065" cy="1456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689BCD-1695-407A-B638-E84B26BF1A32}">
      <dsp:nvSpPr>
        <dsp:cNvPr id="0" name=""/>
        <dsp:cNvSpPr/>
      </dsp:nvSpPr>
      <dsp:spPr>
        <a:xfrm>
          <a:off x="140323" y="340806"/>
          <a:ext cx="2656341" cy="20807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 err="1"/>
            <a:t>Ingredinet</a:t>
          </a:r>
          <a:r>
            <a:rPr lang="en-IN" sz="2500" kern="1200" dirty="0"/>
            <a:t> Data</a:t>
          </a:r>
        </a:p>
      </dsp:txBody>
      <dsp:txXfrm>
        <a:off x="201265" y="401748"/>
        <a:ext cx="2534457" cy="1958828"/>
      </dsp:txXfrm>
    </dsp:sp>
    <dsp:sp modelId="{2B887D50-3091-47FD-8269-FCD3E17C8721}">
      <dsp:nvSpPr>
        <dsp:cNvPr id="0" name=""/>
        <dsp:cNvSpPr/>
      </dsp:nvSpPr>
      <dsp:spPr>
        <a:xfrm>
          <a:off x="3001507" y="1051776"/>
          <a:ext cx="493483" cy="6587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>
        <a:off x="3001507" y="1183530"/>
        <a:ext cx="345438" cy="395264"/>
      </dsp:txXfrm>
    </dsp:sp>
    <dsp:sp modelId="{A551C754-085B-403C-859E-E302EBC2820A}">
      <dsp:nvSpPr>
        <dsp:cNvPr id="0" name=""/>
        <dsp:cNvSpPr/>
      </dsp:nvSpPr>
      <dsp:spPr>
        <a:xfrm>
          <a:off x="3727766" y="584259"/>
          <a:ext cx="2656341" cy="1593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Tokenization</a:t>
          </a:r>
        </a:p>
      </dsp:txBody>
      <dsp:txXfrm>
        <a:off x="3774447" y="630940"/>
        <a:ext cx="2562979" cy="1500443"/>
      </dsp:txXfrm>
    </dsp:sp>
    <dsp:sp modelId="{7CB6CDA9-FADD-4FBF-A8C0-D9A7535EC971}">
      <dsp:nvSpPr>
        <dsp:cNvPr id="0" name=""/>
        <dsp:cNvSpPr/>
      </dsp:nvSpPr>
      <dsp:spPr>
        <a:xfrm>
          <a:off x="6617866" y="1051776"/>
          <a:ext cx="563144" cy="6587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>
        <a:off x="6617866" y="1183530"/>
        <a:ext cx="394201" cy="395264"/>
      </dsp:txXfrm>
    </dsp:sp>
    <dsp:sp modelId="{036D9745-C51D-45E2-96D1-4B087CF9858D}">
      <dsp:nvSpPr>
        <dsp:cNvPr id="0" name=""/>
        <dsp:cNvSpPr/>
      </dsp:nvSpPr>
      <dsp:spPr>
        <a:xfrm>
          <a:off x="7446644" y="584259"/>
          <a:ext cx="2656341" cy="1593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TF-IDF Vectorization</a:t>
          </a:r>
        </a:p>
      </dsp:txBody>
      <dsp:txXfrm>
        <a:off x="7493325" y="630940"/>
        <a:ext cx="2562979" cy="1500443"/>
      </dsp:txXfrm>
    </dsp:sp>
    <dsp:sp modelId="{9A2BB9AC-93F0-4AD6-83E4-18AA4423CD15}">
      <dsp:nvSpPr>
        <dsp:cNvPr id="0" name=""/>
        <dsp:cNvSpPr/>
      </dsp:nvSpPr>
      <dsp:spPr>
        <a:xfrm rot="5400000">
          <a:off x="8428728" y="2482084"/>
          <a:ext cx="692174" cy="6587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 rot="-5400000">
        <a:off x="8577183" y="2465383"/>
        <a:ext cx="395264" cy="494542"/>
      </dsp:txXfrm>
    </dsp:sp>
    <dsp:sp modelId="{131A18E7-D9EF-4B88-8FD2-5C6569EDF899}">
      <dsp:nvSpPr>
        <dsp:cNvPr id="0" name=""/>
        <dsp:cNvSpPr/>
      </dsp:nvSpPr>
      <dsp:spPr>
        <a:xfrm>
          <a:off x="7446644" y="3484055"/>
          <a:ext cx="2656341" cy="1593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Cosine Similarity</a:t>
          </a:r>
        </a:p>
      </dsp:txBody>
      <dsp:txXfrm>
        <a:off x="7493325" y="3530736"/>
        <a:ext cx="2562979" cy="1500443"/>
      </dsp:txXfrm>
    </dsp:sp>
    <dsp:sp modelId="{74F4282A-40E8-441E-A2C7-EEF1E91A12E3}">
      <dsp:nvSpPr>
        <dsp:cNvPr id="0" name=""/>
        <dsp:cNvSpPr/>
      </dsp:nvSpPr>
      <dsp:spPr>
        <a:xfrm rot="10800000">
          <a:off x="6649742" y="3951571"/>
          <a:ext cx="563144" cy="6587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 rot="10800000">
        <a:off x="6818685" y="4083325"/>
        <a:ext cx="394201" cy="395264"/>
      </dsp:txXfrm>
    </dsp:sp>
    <dsp:sp modelId="{65E23745-083D-41BB-9C1F-334A0AE68F58}">
      <dsp:nvSpPr>
        <dsp:cNvPr id="0" name=""/>
        <dsp:cNvSpPr/>
      </dsp:nvSpPr>
      <dsp:spPr>
        <a:xfrm>
          <a:off x="3727766" y="3484055"/>
          <a:ext cx="2656341" cy="15938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Recommendation Engine</a:t>
          </a:r>
        </a:p>
      </dsp:txBody>
      <dsp:txXfrm>
        <a:off x="3774447" y="3530736"/>
        <a:ext cx="2562979" cy="15004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D32CD-C2EE-54D6-F195-C1BE2F000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AD4F6-1D3F-61F0-7F1E-CB91DBE3F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BA85A-1862-A60B-572B-54BF8FFC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D8B2-F10D-4E26-87FC-FAE14C3EDA04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A87B3-956B-D6A5-D3DB-1EBA6FC52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65751-6E02-C80E-24A7-7F0EB72F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7A90E-1DC4-4289-BB84-F9BEE0BD7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379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21E75-01D1-9052-9C94-79D71A8A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CB910-A54C-C57E-587F-6B3A1D291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24599-9E88-9758-2AA2-4250D988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D8B2-F10D-4E26-87FC-FAE14C3EDA04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16CDF-5861-F371-4230-202EE7140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67A79-AF38-A51E-6DA2-B2BAFF938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7A90E-1DC4-4289-BB84-F9BEE0BD7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586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8A297-45BE-99EC-86AA-5517B7DEA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B5737-59B6-DC28-0B14-496D5C6B1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B8DC4-48BF-0168-1416-832A0A8C1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D8B2-F10D-4E26-87FC-FAE14C3EDA04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70A15-D311-AE12-BC64-002F746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82FD2-DB75-DE16-51C1-7569B832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7A90E-1DC4-4289-BB84-F9BEE0BD7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016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4E234-9611-C190-432E-EFD2A83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EA776-910E-711F-C19E-BF654AB2F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90BBD-0D7E-5A85-0206-0604CFA9E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2BF4F-007E-7C5D-9FC5-9CA25B20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D8B2-F10D-4E26-87FC-FAE14C3EDA04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1F7CA-22A1-83E8-349A-7F56A7D61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033C5-56CD-2B13-A921-B4B58EC0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7A90E-1DC4-4289-BB84-F9BEE0BD7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1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F3C-22F0-7614-54DE-128E9EF2C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60539-003C-FC17-3C37-B08A8B5A5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9C670E-FAE8-9128-25C9-E01453C79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A9E989-EC7E-93E0-DC67-38900198E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EFCB46-F325-6B3D-D0BD-183407416D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2C7BB2-94E3-310E-D4CB-1E6A224F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D8B2-F10D-4E26-87FC-FAE14C3EDA04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5A4EEA-3DBA-6A99-4553-F9C201139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5CD1DA-4644-A4AA-6559-F92DD30E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7A90E-1DC4-4289-BB84-F9BEE0BD7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251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5937-87B5-12BD-2951-C4BE4127A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27F33-EF1A-2B11-E6E2-3D21EAD1B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D8B2-F10D-4E26-87FC-FAE14C3EDA04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0E727-8632-50CD-AF28-D282D86D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00F1A-7191-9FA6-4546-FFB790F49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7A90E-1DC4-4289-BB84-F9BEE0BD7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549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77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5FE1-21B5-8C3E-BAF5-CA4E3315E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6AB7A-49CA-40E6-25E3-0504B8ADC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31631-CE0D-682C-974B-2D4E72CBF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80420-3B2B-3239-710A-896B6DAA1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D8B2-F10D-4E26-87FC-FAE14C3EDA04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79926-8B90-51DB-34BC-71E5BC84A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E383E-7379-D2D7-EBAF-35A531704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7A90E-1DC4-4289-BB84-F9BEE0BD7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852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6DD3-DC20-B14E-C7EE-0E26945D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543A2D-4A99-B513-E0AF-43E709A4B8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1A251-47EF-BCD6-688A-CB5653C4F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FD1DD-C69C-8AE5-F93B-FD18E3793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D8B2-F10D-4E26-87FC-FAE14C3EDA04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F3EAF-150C-5A31-9B7B-4BAB18DE9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5F6D7-8C7C-615C-5781-EA4BD6E1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7A90E-1DC4-4289-BB84-F9BEE0BD7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767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00131-E52F-33D3-7112-1D77CB12A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C317CE-CBF0-F4BF-2AF1-0B4173D2C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025C-2FA4-0609-F088-179A72B4C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D8B2-F10D-4E26-87FC-FAE14C3EDA04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DDFA9-7E2F-D167-6F64-EC9FB9C10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37887-CD10-9C9F-32EB-DCA41ED1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7A90E-1DC4-4289-BB84-F9BEE0BD7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547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3E39C7-7EA0-DEBF-ECEB-E544FA216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3634B-6577-F5A3-DDF9-3DD25E2D1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43781-502D-D515-1CA5-F0CEEEBA2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D8B2-F10D-4E26-87FC-FAE14C3EDA04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2C5E0-96DA-16EB-F6B3-50248428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1CDCB-2649-BE40-E68B-55747F3B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7A90E-1DC4-4289-BB84-F9BEE0BD7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35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94E143-0C01-49FA-62A8-38FF31D0A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7E657-2887-587C-A28D-8EC3A0C29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79D88-3049-59AD-B55F-D97C650887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ED8B2-F10D-4E26-87FC-FAE14C3EDA04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3546B-8085-0705-AA10-F6C3E2540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22590-FA6A-9689-FDD5-0436224F1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7A90E-1DC4-4289-BB84-F9BEE0BD7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613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1856FC-021D-2E92-EC76-6195A129587E}"/>
              </a:ext>
            </a:extLst>
          </p:cNvPr>
          <p:cNvSpPr txBox="1"/>
          <p:nvPr/>
        </p:nvSpPr>
        <p:spPr>
          <a:xfrm>
            <a:off x="753979" y="561474"/>
            <a:ext cx="110850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Cosmetic Product Similarity Analysis Using Ingredient Data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ADB5D-DC89-AD6F-3F7A-B1F005096603}"/>
              </a:ext>
            </a:extLst>
          </p:cNvPr>
          <p:cNvSpPr txBox="1"/>
          <p:nvPr/>
        </p:nvSpPr>
        <p:spPr>
          <a:xfrm>
            <a:off x="545432" y="3240504"/>
            <a:ext cx="44917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Rakesh Reddy Gopireddy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DFB4A4-6AC2-27C0-FB1B-DC7DE1769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837" y="1357564"/>
            <a:ext cx="6191250" cy="493896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331174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9A67E4-D617-7E11-B711-633ECB13DD05}"/>
              </a:ext>
            </a:extLst>
          </p:cNvPr>
          <p:cNvSpPr txBox="1"/>
          <p:nvPr/>
        </p:nvSpPr>
        <p:spPr>
          <a:xfrm rot="10800000" flipV="1">
            <a:off x="4138863" y="235277"/>
            <a:ext cx="3336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Problem Statement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B46688-6652-72DE-A2EF-9F6E324DB6E8}"/>
              </a:ext>
            </a:extLst>
          </p:cNvPr>
          <p:cNvSpPr/>
          <p:nvPr/>
        </p:nvSpPr>
        <p:spPr>
          <a:xfrm>
            <a:off x="336884" y="1283241"/>
            <a:ext cx="3492000" cy="1620000"/>
          </a:xfrm>
          <a:prstGeom prst="roundRect">
            <a:avLst/>
          </a:prstGeom>
          <a:solidFill>
            <a:schemeClr val="bg2"/>
          </a:solidFill>
          <a:ln>
            <a:solidFill>
              <a:srgbClr val="00B050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chemeClr val="bg2">
                      <a:lumMod val="10000"/>
                    </a:schemeClr>
                  </a:solidFill>
                </a:ln>
              </a:rPr>
              <a:t>Large Number of Products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E6A42E-9894-89F5-C578-7D218BC22D13}"/>
              </a:ext>
            </a:extLst>
          </p:cNvPr>
          <p:cNvSpPr/>
          <p:nvPr/>
        </p:nvSpPr>
        <p:spPr>
          <a:xfrm>
            <a:off x="4192419" y="2093241"/>
            <a:ext cx="3641558" cy="1652337"/>
          </a:xfrm>
          <a:prstGeom prst="roundRect">
            <a:avLst/>
          </a:prstGeom>
          <a:ln>
            <a:solidFill>
              <a:srgbClr val="00B050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Complex Ingredient Lists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1F6074-C166-C6D9-692B-096530AFB74F}"/>
              </a:ext>
            </a:extLst>
          </p:cNvPr>
          <p:cNvSpPr/>
          <p:nvPr/>
        </p:nvSpPr>
        <p:spPr>
          <a:xfrm>
            <a:off x="8037094" y="1026695"/>
            <a:ext cx="3641558" cy="1652337"/>
          </a:xfrm>
          <a:prstGeom prst="roundRect">
            <a:avLst/>
          </a:prstGeom>
          <a:solidFill>
            <a:srgbClr val="FFC000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rgbClr val="00B050"/>
                </a:solidFill>
              </a:rPr>
              <a:t>Difficult Product Comparison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F79596-BA15-0C00-5171-E26DC178A5E4}"/>
              </a:ext>
            </a:extLst>
          </p:cNvPr>
          <p:cNvSpPr/>
          <p:nvPr/>
        </p:nvSpPr>
        <p:spPr>
          <a:xfrm>
            <a:off x="2082884" y="4604084"/>
            <a:ext cx="7847179" cy="1620000"/>
          </a:xfrm>
          <a:prstGeom prst="rect">
            <a:avLst/>
          </a:prstGeom>
          <a:solidFill>
            <a:srgbClr val="00B050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rgbClr val="C00000"/>
                </a:solidFill>
              </a:rPr>
              <a:t>Solution:</a:t>
            </a:r>
          </a:p>
          <a:p>
            <a:pPr algn="ctr"/>
            <a:r>
              <a:rPr lang="en-IN" sz="2400" dirty="0">
                <a:solidFill>
                  <a:srgbClr val="C00000"/>
                </a:solidFill>
              </a:rPr>
              <a:t>Ingredient-Based Recommendation System</a:t>
            </a:r>
          </a:p>
        </p:txBody>
      </p:sp>
    </p:spTree>
    <p:extLst>
      <p:ext uri="{BB962C8B-B14F-4D97-AF65-F5344CB8AC3E}">
        <p14:creationId xmlns:p14="http://schemas.microsoft.com/office/powerpoint/2010/main" val="19461135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627340-69A9-9B6E-48E9-D564E0F7328E}"/>
              </a:ext>
            </a:extLst>
          </p:cNvPr>
          <p:cNvSpPr txBox="1"/>
          <p:nvPr/>
        </p:nvSpPr>
        <p:spPr>
          <a:xfrm>
            <a:off x="256674" y="304800"/>
            <a:ext cx="6288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Project Workflow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F085128-89E5-F744-F1C0-722D73DCFC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5202946"/>
              </p:ext>
            </p:extLst>
          </p:nvPr>
        </p:nvGraphicFramePr>
        <p:xfrm>
          <a:off x="1101557" y="1134533"/>
          <a:ext cx="913330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9113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643E8C-E1F5-4048-4F8C-DF43B7F26A41}"/>
              </a:ext>
            </a:extLst>
          </p:cNvPr>
          <p:cNvSpPr txBox="1"/>
          <p:nvPr/>
        </p:nvSpPr>
        <p:spPr>
          <a:xfrm>
            <a:off x="0" y="144378"/>
            <a:ext cx="2550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Dataset Overview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E3C6F7F-5012-97FA-7BCA-D97CD1B1A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130729"/>
              </p:ext>
            </p:extLst>
          </p:nvPr>
        </p:nvGraphicFramePr>
        <p:xfrm>
          <a:off x="652377" y="755304"/>
          <a:ext cx="4721728" cy="434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64">
                  <a:extLst>
                    <a:ext uri="{9D8B030D-6E8A-4147-A177-3AD203B41FA5}">
                      <a16:colId xmlns:a16="http://schemas.microsoft.com/office/drawing/2014/main" val="2423190469"/>
                    </a:ext>
                  </a:extLst>
                </a:gridCol>
                <a:gridCol w="2360864">
                  <a:extLst>
                    <a:ext uri="{9D8B030D-6E8A-4147-A177-3AD203B41FA5}">
                      <a16:colId xmlns:a16="http://schemas.microsoft.com/office/drawing/2014/main" val="277693714"/>
                    </a:ext>
                  </a:extLst>
                </a:gridCol>
              </a:tblGrid>
              <a:tr h="724940">
                <a:tc>
                  <a:txBody>
                    <a:bodyPr/>
                    <a:lstStyle/>
                    <a:p>
                      <a:r>
                        <a:rPr lang="en-IN" dirty="0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407843"/>
                  </a:ext>
                </a:extLst>
              </a:tr>
              <a:tr h="724940">
                <a:tc>
                  <a:txBody>
                    <a:bodyPr/>
                    <a:lstStyle/>
                    <a:p>
                      <a:r>
                        <a:rPr lang="en-IN" dirty="0"/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Brand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405771"/>
                  </a:ext>
                </a:extLst>
              </a:tr>
              <a:tr h="724940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Product 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483483"/>
                  </a:ext>
                </a:extLst>
              </a:tr>
              <a:tr h="724940">
                <a:tc>
                  <a:txBody>
                    <a:bodyPr/>
                    <a:lstStyle/>
                    <a:p>
                      <a:r>
                        <a:rPr lang="en-IN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Product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821631"/>
                  </a:ext>
                </a:extLst>
              </a:tr>
              <a:tr h="724940">
                <a:tc>
                  <a:txBody>
                    <a:bodyPr/>
                    <a:lstStyle/>
                    <a:p>
                      <a:r>
                        <a:rPr lang="en-IN" dirty="0"/>
                        <a:t>Ingredients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Ingredient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01985"/>
                  </a:ext>
                </a:extLst>
              </a:tr>
              <a:tr h="724940">
                <a:tc>
                  <a:txBody>
                    <a:bodyPr/>
                    <a:lstStyle/>
                    <a:p>
                      <a:r>
                        <a:rPr lang="en-IN" dirty="0"/>
                        <a:t>Skin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Dry/Oily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132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7966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D4754-9657-D00D-5A61-3EF45464471D}"/>
              </a:ext>
            </a:extLst>
          </p:cNvPr>
          <p:cNvSpPr txBox="1"/>
          <p:nvPr/>
        </p:nvSpPr>
        <p:spPr>
          <a:xfrm>
            <a:off x="112295" y="240632"/>
            <a:ext cx="3497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Data Preprocessing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22BC40C-CF8D-99A8-4B3C-DD9ADC7CD98C}"/>
              </a:ext>
            </a:extLst>
          </p:cNvPr>
          <p:cNvSpPr/>
          <p:nvPr/>
        </p:nvSpPr>
        <p:spPr>
          <a:xfrm>
            <a:off x="112295" y="1439778"/>
            <a:ext cx="3118185" cy="2181727"/>
          </a:xfrm>
          <a:prstGeom prst="roundRect">
            <a:avLst/>
          </a:prstGeom>
          <a:effectLst>
            <a:outerShdw blurRad="63500" sx="109000" sy="109000" algn="ctr" rotWithShape="0">
              <a:schemeClr val="bg2">
                <a:lumMod val="10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Load Dataset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B5D257-263C-6C81-1660-8E16E0533670}"/>
              </a:ext>
            </a:extLst>
          </p:cNvPr>
          <p:cNvSpPr/>
          <p:nvPr/>
        </p:nvSpPr>
        <p:spPr>
          <a:xfrm>
            <a:off x="4114800" y="1439777"/>
            <a:ext cx="3118185" cy="2181727"/>
          </a:xfrm>
          <a:prstGeom prst="round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Filter  Moisturizers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596D11-58A6-F938-67D8-E5955DA96945}"/>
              </a:ext>
            </a:extLst>
          </p:cNvPr>
          <p:cNvSpPr/>
          <p:nvPr/>
        </p:nvSpPr>
        <p:spPr>
          <a:xfrm>
            <a:off x="8141368" y="1493918"/>
            <a:ext cx="3481138" cy="2145632"/>
          </a:xfrm>
          <a:prstGeom prst="round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Filter  Dry skin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94D283-74BA-59D2-A933-D6A25809DDBF}"/>
              </a:ext>
            </a:extLst>
          </p:cNvPr>
          <p:cNvSpPr/>
          <p:nvPr/>
        </p:nvSpPr>
        <p:spPr>
          <a:xfrm>
            <a:off x="8141368" y="4580019"/>
            <a:ext cx="3344779" cy="2181727"/>
          </a:xfrm>
          <a:prstGeom prst="round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Rest Index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788E16-371E-9DAF-B30E-A10BBC6EF550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3230480" y="2530641"/>
            <a:ext cx="88432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AD65D4-61FF-DC5F-4B9D-7B59E5468B85}"/>
              </a:ext>
            </a:extLst>
          </p:cNvPr>
          <p:cNvCxnSpPr>
            <a:cxnSpLocks/>
          </p:cNvCxnSpPr>
          <p:nvPr/>
        </p:nvCxnSpPr>
        <p:spPr>
          <a:xfrm flipV="1">
            <a:off x="7232985" y="2566734"/>
            <a:ext cx="88432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DE893E-1DA8-F3BD-233F-24418961F78D}"/>
              </a:ext>
            </a:extLst>
          </p:cNvPr>
          <p:cNvCxnSpPr>
            <a:cxnSpLocks/>
          </p:cNvCxnSpPr>
          <p:nvPr/>
        </p:nvCxnSpPr>
        <p:spPr>
          <a:xfrm>
            <a:off x="9617243" y="3621504"/>
            <a:ext cx="0" cy="9585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4394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A7C149-5580-E614-6EC6-FD1FF1F3E5CC}"/>
              </a:ext>
            </a:extLst>
          </p:cNvPr>
          <p:cNvSpPr txBox="1"/>
          <p:nvPr/>
        </p:nvSpPr>
        <p:spPr>
          <a:xfrm>
            <a:off x="192505" y="160422"/>
            <a:ext cx="731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Recommendation Engine Methodology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0BA55CE5-40C8-DAAE-424E-4A7B7ACDEE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1454057"/>
              </p:ext>
            </p:extLst>
          </p:nvPr>
        </p:nvGraphicFramePr>
        <p:xfrm>
          <a:off x="684463" y="1007482"/>
          <a:ext cx="1011187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Graphic 14" descr="Database with solid fill">
            <a:extLst>
              <a:ext uri="{FF2B5EF4-FFF2-40B4-BE49-F238E27FC236}">
                <a16:creationId xmlns:a16="http://schemas.microsoft.com/office/drawing/2014/main" id="{C9C281EB-8075-CD93-C453-1453407CFE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50168" y="2667000"/>
            <a:ext cx="914400" cy="762000"/>
          </a:xfrm>
          <a:prstGeom prst="rect">
            <a:avLst/>
          </a:prstGeom>
        </p:spPr>
      </p:pic>
      <p:pic>
        <p:nvPicPr>
          <p:cNvPr id="17" name="Graphic 16" descr="Bar chart with solid fill">
            <a:extLst>
              <a:ext uri="{FF2B5EF4-FFF2-40B4-BE49-F238E27FC236}">
                <a16:creationId xmlns:a16="http://schemas.microsoft.com/office/drawing/2014/main" id="{4442EFA5-7124-774F-5561-1EE8C5816B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7032" y="524977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69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D3A896-AB0C-A0C4-2107-C71FA6C20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64" y="152029"/>
            <a:ext cx="7147558" cy="533474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34DDBD2-84CD-7A27-51CB-866FC9CF8796}"/>
              </a:ext>
            </a:extLst>
          </p:cNvPr>
          <p:cNvSpPr/>
          <p:nvPr/>
        </p:nvSpPr>
        <p:spPr>
          <a:xfrm>
            <a:off x="9160043" y="152029"/>
            <a:ext cx="2502568" cy="1957136"/>
          </a:xfrm>
          <a:prstGeom prst="wedgeRoundRectCallout">
            <a:avLst/>
          </a:prstGeom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Similar products form clusters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1705306A-ACE6-1EFA-A89A-A7825E07583D}"/>
              </a:ext>
            </a:extLst>
          </p:cNvPr>
          <p:cNvCxnSpPr>
            <a:cxnSpLocks/>
            <a:stCxn id="4" idx="4"/>
            <a:endCxn id="3" idx="3"/>
          </p:cNvCxnSpPr>
          <p:nvPr/>
        </p:nvCxnSpPr>
        <p:spPr>
          <a:xfrm rot="5400000">
            <a:off x="8449998" y="1379432"/>
            <a:ext cx="465594" cy="241434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B2D699F8-12C1-1B5C-C539-DA6F6EB57657}"/>
              </a:ext>
            </a:extLst>
          </p:cNvPr>
          <p:cNvSpPr/>
          <p:nvPr/>
        </p:nvSpPr>
        <p:spPr>
          <a:xfrm>
            <a:off x="8349117" y="3898047"/>
            <a:ext cx="3313494" cy="2246265"/>
          </a:xfrm>
          <a:prstGeom prst="wedgeEllipseCallou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Products with common ingredients stay close together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489816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4204C8-2362-3A60-A3BF-3DB8627F38B7}"/>
              </a:ext>
            </a:extLst>
          </p:cNvPr>
          <p:cNvSpPr/>
          <p:nvPr/>
        </p:nvSpPr>
        <p:spPr>
          <a:xfrm>
            <a:off x="100264" y="825406"/>
            <a:ext cx="2895600" cy="2117558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Ingredient Matching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891183-C9E1-DCE0-2802-840450890C1D}"/>
              </a:ext>
            </a:extLst>
          </p:cNvPr>
          <p:cNvSpPr/>
          <p:nvPr/>
        </p:nvSpPr>
        <p:spPr>
          <a:xfrm>
            <a:off x="1006642" y="3568607"/>
            <a:ext cx="2895599" cy="2117557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Skin-Type Filtering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E572D0-1304-3BD2-6637-B4A3032E3592}"/>
              </a:ext>
            </a:extLst>
          </p:cNvPr>
          <p:cNvSpPr/>
          <p:nvPr/>
        </p:nvSpPr>
        <p:spPr>
          <a:xfrm>
            <a:off x="6300536" y="825406"/>
            <a:ext cx="2895600" cy="2117558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Visualization Analysis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2D8347-126D-6A4E-EAAC-9A4BC8494B8F}"/>
              </a:ext>
            </a:extLst>
          </p:cNvPr>
          <p:cNvSpPr/>
          <p:nvPr/>
        </p:nvSpPr>
        <p:spPr>
          <a:xfrm>
            <a:off x="3200400" y="825406"/>
            <a:ext cx="2895600" cy="2117558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Product Recommendations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5A348B-FCBA-C604-2F14-3E1C32FCB710}"/>
              </a:ext>
            </a:extLst>
          </p:cNvPr>
          <p:cNvSpPr txBox="1"/>
          <p:nvPr/>
        </p:nvSpPr>
        <p:spPr>
          <a:xfrm>
            <a:off x="16042" y="0"/>
            <a:ext cx="487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Result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FD27F5-E55D-C868-101A-94E72863D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947" y="3419168"/>
            <a:ext cx="6222487" cy="33395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83439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A24071-6277-C393-28BF-D5B92A2A09C6}"/>
              </a:ext>
            </a:extLst>
          </p:cNvPr>
          <p:cNvSpPr txBox="1"/>
          <p:nvPr/>
        </p:nvSpPr>
        <p:spPr>
          <a:xfrm>
            <a:off x="320842" y="465220"/>
            <a:ext cx="3866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Conclusion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8F80A3-6425-52BC-9B93-C4E89411344D}"/>
              </a:ext>
            </a:extLst>
          </p:cNvPr>
          <p:cNvSpPr txBox="1"/>
          <p:nvPr/>
        </p:nvSpPr>
        <p:spPr>
          <a:xfrm>
            <a:off x="1122946" y="1732546"/>
            <a:ext cx="92883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Developed a recommendation system based on cosmetic ingredient similarity.</a:t>
            </a:r>
          </a:p>
          <a:p>
            <a:r>
              <a:rPr lang="en-US" sz="4000" b="1" dirty="0"/>
              <a:t>Applied TF-IDF, Cosine Similarity, and Visualization techniques to recommend similar skincare products.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0866690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rgbClr val="00206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128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Gopireddy</dc:creator>
  <cp:lastModifiedBy>Rakesh Gopireddy</cp:lastModifiedBy>
  <cp:revision>1</cp:revision>
  <dcterms:created xsi:type="dcterms:W3CDTF">2026-08-15T05:24:08Z</dcterms:created>
  <dcterms:modified xsi:type="dcterms:W3CDTF">2026-08-15T06:58:08Z</dcterms:modified>
</cp:coreProperties>
</file>