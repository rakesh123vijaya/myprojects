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6" r:id="rId1"/>
  </p:sldMasterIdLst>
  <p:sldIdLst>
    <p:sldId id="257" r:id="rId2"/>
    <p:sldId id="258" r:id="rId3"/>
    <p:sldId id="259" r:id="rId4"/>
    <p:sldId id="260" r:id="rId5"/>
    <p:sldId id="262" r:id="rId6"/>
    <p:sldId id="261"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45EA5D-DB7D-4970-A58C-AFF944FA909D}" v="28" dt="2026-08-29T07:19:59.1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kesh Gopireddy" userId="917bd1301fc7ed03" providerId="LiveId" clId="{007CE2C0-6862-4887-BCBF-6FEB481F3277}"/>
    <pc:docChg chg="custSel addSld modSld sldOrd">
      <pc:chgData name="Rakesh Gopireddy" userId="917bd1301fc7ed03" providerId="LiveId" clId="{007CE2C0-6862-4887-BCBF-6FEB481F3277}" dt="2026-08-29T07:20:33.008" v="1482" actId="1076"/>
      <pc:docMkLst>
        <pc:docMk/>
      </pc:docMkLst>
      <pc:sldChg chg="modSp mod">
        <pc:chgData name="Rakesh Gopireddy" userId="917bd1301fc7ed03" providerId="LiveId" clId="{007CE2C0-6862-4887-BCBF-6FEB481F3277}" dt="2026-08-29T07:17:52.365" v="1361" actId="20577"/>
        <pc:sldMkLst>
          <pc:docMk/>
          <pc:sldMk cId="3314985982" sldId="257"/>
        </pc:sldMkLst>
        <pc:spChg chg="mod">
          <ac:chgData name="Rakesh Gopireddy" userId="917bd1301fc7ed03" providerId="LiveId" clId="{007CE2C0-6862-4887-BCBF-6FEB481F3277}" dt="2026-08-29T07:17:52.365" v="1361" actId="20577"/>
          <ac:spMkLst>
            <pc:docMk/>
            <pc:sldMk cId="3314985982" sldId="257"/>
            <ac:spMk id="3" creationId="{C1D17CB3-DC11-E3F9-A571-A920E41511D1}"/>
          </ac:spMkLst>
        </pc:spChg>
      </pc:sldChg>
      <pc:sldChg chg="modSp mod">
        <pc:chgData name="Rakesh Gopireddy" userId="917bd1301fc7ed03" providerId="LiveId" clId="{007CE2C0-6862-4887-BCBF-6FEB481F3277}" dt="2026-08-29T07:17:38.470" v="1359" actId="255"/>
        <pc:sldMkLst>
          <pc:docMk/>
          <pc:sldMk cId="2040657696" sldId="258"/>
        </pc:sldMkLst>
        <pc:spChg chg="mod">
          <ac:chgData name="Rakesh Gopireddy" userId="917bd1301fc7ed03" providerId="LiveId" clId="{007CE2C0-6862-4887-BCBF-6FEB481F3277}" dt="2026-08-29T07:17:38.470" v="1359" actId="255"/>
          <ac:spMkLst>
            <pc:docMk/>
            <pc:sldMk cId="2040657696" sldId="258"/>
            <ac:spMk id="4" creationId="{40DEFB8D-7F8B-F00C-2658-91E75C4AE4AA}"/>
          </ac:spMkLst>
        </pc:spChg>
      </pc:sldChg>
      <pc:sldChg chg="modSp mod">
        <pc:chgData name="Rakesh Gopireddy" userId="917bd1301fc7ed03" providerId="LiveId" clId="{007CE2C0-6862-4887-BCBF-6FEB481F3277}" dt="2026-08-29T07:19:28.967" v="1457" actId="20577"/>
        <pc:sldMkLst>
          <pc:docMk/>
          <pc:sldMk cId="2031883315" sldId="259"/>
        </pc:sldMkLst>
        <pc:spChg chg="mod">
          <ac:chgData name="Rakesh Gopireddy" userId="917bd1301fc7ed03" providerId="LiveId" clId="{007CE2C0-6862-4887-BCBF-6FEB481F3277}" dt="2026-08-29T07:19:28.967" v="1457" actId="20577"/>
          <ac:spMkLst>
            <pc:docMk/>
            <pc:sldMk cId="2031883315" sldId="259"/>
            <ac:spMk id="3" creationId="{1964211A-E108-5EF0-C092-7E8C94ED92BE}"/>
          </ac:spMkLst>
        </pc:spChg>
      </pc:sldChg>
      <pc:sldChg chg="addSp modSp mod">
        <pc:chgData name="Rakesh Gopireddy" userId="917bd1301fc7ed03" providerId="LiveId" clId="{007CE2C0-6862-4887-BCBF-6FEB481F3277}" dt="2026-08-29T07:19:36.273" v="1458" actId="20577"/>
        <pc:sldMkLst>
          <pc:docMk/>
          <pc:sldMk cId="1330680027" sldId="260"/>
        </pc:sldMkLst>
        <pc:spChg chg="add mod">
          <ac:chgData name="Rakesh Gopireddy" userId="917bd1301fc7ed03" providerId="LiveId" clId="{007CE2C0-6862-4887-BCBF-6FEB481F3277}" dt="2026-08-29T06:40:45.639" v="13" actId="1076"/>
          <ac:spMkLst>
            <pc:docMk/>
            <pc:sldMk cId="1330680027" sldId="260"/>
            <ac:spMk id="2" creationId="{64BDF23C-9783-7EEE-0378-861911219908}"/>
          </ac:spMkLst>
        </pc:spChg>
        <pc:spChg chg="add mod">
          <ac:chgData name="Rakesh Gopireddy" userId="917bd1301fc7ed03" providerId="LiveId" clId="{007CE2C0-6862-4887-BCBF-6FEB481F3277}" dt="2026-08-29T07:19:36.273" v="1458" actId="20577"/>
          <ac:spMkLst>
            <pc:docMk/>
            <pc:sldMk cId="1330680027" sldId="260"/>
            <ac:spMk id="3" creationId="{CBAF768E-C2B1-2DEA-2096-F05158C0231C}"/>
          </ac:spMkLst>
        </pc:spChg>
      </pc:sldChg>
      <pc:sldChg chg="addSp delSp modSp mod ord">
        <pc:chgData name="Rakesh Gopireddy" userId="917bd1301fc7ed03" providerId="LiveId" clId="{007CE2C0-6862-4887-BCBF-6FEB481F3277}" dt="2026-08-29T07:16:44.602" v="1344" actId="123"/>
        <pc:sldMkLst>
          <pc:docMk/>
          <pc:sldMk cId="2120185645" sldId="261"/>
        </pc:sldMkLst>
        <pc:spChg chg="add mod">
          <ac:chgData name="Rakesh Gopireddy" userId="917bd1301fc7ed03" providerId="LiveId" clId="{007CE2C0-6862-4887-BCBF-6FEB481F3277}" dt="2026-08-29T07:06:02.024" v="975" actId="1076"/>
          <ac:spMkLst>
            <pc:docMk/>
            <pc:sldMk cId="2120185645" sldId="261"/>
            <ac:spMk id="2" creationId="{E6852227-E2BF-340B-9931-4DC238DD722C}"/>
          </ac:spMkLst>
        </pc:spChg>
        <pc:spChg chg="add del mod">
          <ac:chgData name="Rakesh Gopireddy" userId="917bd1301fc7ed03" providerId="LiveId" clId="{007CE2C0-6862-4887-BCBF-6FEB481F3277}" dt="2026-08-29T07:06:16.079" v="979"/>
          <ac:spMkLst>
            <pc:docMk/>
            <pc:sldMk cId="2120185645" sldId="261"/>
            <ac:spMk id="3" creationId="{8029797D-8973-C6DB-1CBC-6370BFCD2B29}"/>
          </ac:spMkLst>
        </pc:spChg>
        <pc:spChg chg="add mod">
          <ac:chgData name="Rakesh Gopireddy" userId="917bd1301fc7ed03" providerId="LiveId" clId="{007CE2C0-6862-4887-BCBF-6FEB481F3277}" dt="2026-08-29T07:12:15.398" v="1162" actId="255"/>
          <ac:spMkLst>
            <pc:docMk/>
            <pc:sldMk cId="2120185645" sldId="261"/>
            <ac:spMk id="5" creationId="{035DFFC7-2010-B176-449A-C16C3B9D0083}"/>
          </ac:spMkLst>
        </pc:spChg>
        <pc:spChg chg="add mod">
          <ac:chgData name="Rakesh Gopireddy" userId="917bd1301fc7ed03" providerId="LiveId" clId="{007CE2C0-6862-4887-BCBF-6FEB481F3277}" dt="2026-08-29T07:16:44.602" v="1344" actId="123"/>
          <ac:spMkLst>
            <pc:docMk/>
            <pc:sldMk cId="2120185645" sldId="261"/>
            <ac:spMk id="6" creationId="{37FE6397-E278-0B39-445D-7BCE17B52D12}"/>
          </ac:spMkLst>
        </pc:spChg>
        <pc:spChg chg="add mod">
          <ac:chgData name="Rakesh Gopireddy" userId="917bd1301fc7ed03" providerId="LiveId" clId="{007CE2C0-6862-4887-BCBF-6FEB481F3277}" dt="2026-08-29T07:12:26.976" v="1165" actId="1076"/>
          <ac:spMkLst>
            <pc:docMk/>
            <pc:sldMk cId="2120185645" sldId="261"/>
            <ac:spMk id="7" creationId="{4362798E-286C-4B8B-0D5D-F6560E55C9A8}"/>
          </ac:spMkLst>
        </pc:spChg>
      </pc:sldChg>
      <pc:sldChg chg="addSp modSp mod">
        <pc:chgData name="Rakesh Gopireddy" userId="917bd1301fc7ed03" providerId="LiveId" clId="{007CE2C0-6862-4887-BCBF-6FEB481F3277}" dt="2026-08-29T07:05:29.343" v="970" actId="1076"/>
        <pc:sldMkLst>
          <pc:docMk/>
          <pc:sldMk cId="298520002" sldId="262"/>
        </pc:sldMkLst>
        <pc:spChg chg="add mod">
          <ac:chgData name="Rakesh Gopireddy" userId="917bd1301fc7ed03" providerId="LiveId" clId="{007CE2C0-6862-4887-BCBF-6FEB481F3277}" dt="2026-08-29T07:05:29.343" v="970" actId="1076"/>
          <ac:spMkLst>
            <pc:docMk/>
            <pc:sldMk cId="298520002" sldId="262"/>
            <ac:spMk id="2" creationId="{CDD554BC-A97D-AB2C-026A-B3722465D397}"/>
          </ac:spMkLst>
        </pc:spChg>
        <pc:spChg chg="add mod">
          <ac:chgData name="Rakesh Gopireddy" userId="917bd1301fc7ed03" providerId="LiveId" clId="{007CE2C0-6862-4887-BCBF-6FEB481F3277}" dt="2026-08-29T07:05:23.559" v="969" actId="20577"/>
          <ac:spMkLst>
            <pc:docMk/>
            <pc:sldMk cId="298520002" sldId="262"/>
            <ac:spMk id="5" creationId="{75090365-58CA-D0E1-3C4D-FC040757E48E}"/>
          </ac:spMkLst>
        </pc:spChg>
        <pc:picChg chg="add mod">
          <ac:chgData name="Rakesh Gopireddy" userId="917bd1301fc7ed03" providerId="LiveId" clId="{007CE2C0-6862-4887-BCBF-6FEB481F3277}" dt="2026-08-29T07:04:45.623" v="961" actId="14100"/>
          <ac:picMkLst>
            <pc:docMk/>
            <pc:sldMk cId="298520002" sldId="262"/>
            <ac:picMk id="4" creationId="{197E32EB-5AA9-EF17-6833-7423E362A4DC}"/>
          </ac:picMkLst>
        </pc:picChg>
      </pc:sldChg>
      <pc:sldChg chg="addSp delSp modSp new mod">
        <pc:chgData name="Rakesh Gopireddy" userId="917bd1301fc7ed03" providerId="LiveId" clId="{007CE2C0-6862-4887-BCBF-6FEB481F3277}" dt="2026-08-29T07:16:31.431" v="1342" actId="123"/>
        <pc:sldMkLst>
          <pc:docMk/>
          <pc:sldMk cId="1552725447" sldId="263"/>
        </pc:sldMkLst>
        <pc:spChg chg="add del mod">
          <ac:chgData name="Rakesh Gopireddy" userId="917bd1301fc7ed03" providerId="LiveId" clId="{007CE2C0-6862-4887-BCBF-6FEB481F3277}" dt="2026-08-29T07:13:18.080" v="1177"/>
          <ac:spMkLst>
            <pc:docMk/>
            <pc:sldMk cId="1552725447" sldId="263"/>
            <ac:spMk id="2" creationId="{84015A7F-E804-F868-2909-96419DD92AD1}"/>
          </ac:spMkLst>
        </pc:spChg>
        <pc:spChg chg="add mod">
          <ac:chgData name="Rakesh Gopireddy" userId="917bd1301fc7ed03" providerId="LiveId" clId="{007CE2C0-6862-4887-BCBF-6FEB481F3277}" dt="2026-08-29T07:13:27.768" v="1181" actId="1076"/>
          <ac:spMkLst>
            <pc:docMk/>
            <pc:sldMk cId="1552725447" sldId="263"/>
            <ac:spMk id="4" creationId="{E418BD56-4109-D9D9-FBB0-53F15A18EE30}"/>
          </ac:spMkLst>
        </pc:spChg>
        <pc:spChg chg="add mod">
          <ac:chgData name="Rakesh Gopireddy" userId="917bd1301fc7ed03" providerId="LiveId" clId="{007CE2C0-6862-4887-BCBF-6FEB481F3277}" dt="2026-08-29T07:16:31.431" v="1342" actId="123"/>
          <ac:spMkLst>
            <pc:docMk/>
            <pc:sldMk cId="1552725447" sldId="263"/>
            <ac:spMk id="5" creationId="{EEF74680-57B0-20F4-C500-D823A1FFC567}"/>
          </ac:spMkLst>
        </pc:spChg>
      </pc:sldChg>
      <pc:sldChg chg="addSp modSp new mod">
        <pc:chgData name="Rakesh Gopireddy" userId="917bd1301fc7ed03" providerId="LiveId" clId="{007CE2C0-6862-4887-BCBF-6FEB481F3277}" dt="2026-08-29T07:20:33.008" v="1482" actId="1076"/>
        <pc:sldMkLst>
          <pc:docMk/>
          <pc:sldMk cId="2311344180" sldId="264"/>
        </pc:sldMkLst>
        <pc:spChg chg="add mod">
          <ac:chgData name="Rakesh Gopireddy" userId="917bd1301fc7ed03" providerId="LiveId" clId="{007CE2C0-6862-4887-BCBF-6FEB481F3277}" dt="2026-08-29T07:20:33.008" v="1482" actId="1076"/>
          <ac:spMkLst>
            <pc:docMk/>
            <pc:sldMk cId="2311344180" sldId="264"/>
            <ac:spMk id="2" creationId="{53C7BCAC-C077-7453-8BFA-5B041CBD61B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D877D25-ED49-499A-BDB9-51547232A8EE}" type="datetimeFigureOut">
              <a:rPr lang="en-IN" smtClean="0"/>
              <a:t>29-08-2026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AD67E9-9698-4488-AE56-C7970633E256}" type="slidenum">
              <a:rPr lang="en-IN" smtClean="0"/>
              <a:t>‹#›</a:t>
            </a:fld>
            <a:endParaRPr lang="en-IN"/>
          </a:p>
        </p:txBody>
      </p:sp>
    </p:spTree>
    <p:extLst>
      <p:ext uri="{BB962C8B-B14F-4D97-AF65-F5344CB8AC3E}">
        <p14:creationId xmlns:p14="http://schemas.microsoft.com/office/powerpoint/2010/main" val="1277549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0D877D25-ED49-499A-BDB9-51547232A8EE}" type="datetimeFigureOut">
              <a:rPr lang="en-IN" smtClean="0"/>
              <a:t>29-08-2026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AD67E9-9698-4488-AE56-C7970633E256}" type="slidenum">
              <a:rPr lang="en-IN" smtClean="0"/>
              <a:t>‹#›</a:t>
            </a:fld>
            <a:endParaRPr lang="en-IN"/>
          </a:p>
        </p:txBody>
      </p:sp>
    </p:spTree>
    <p:extLst>
      <p:ext uri="{BB962C8B-B14F-4D97-AF65-F5344CB8AC3E}">
        <p14:creationId xmlns:p14="http://schemas.microsoft.com/office/powerpoint/2010/main" val="1861859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877D25-ED49-499A-BDB9-51547232A8EE}" type="datetimeFigureOut">
              <a:rPr lang="en-IN" smtClean="0"/>
              <a:t>29-08-2026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AD67E9-9698-4488-AE56-C7970633E256}" type="slidenum">
              <a:rPr lang="en-IN" smtClean="0"/>
              <a:t>‹#›</a:t>
            </a:fld>
            <a:endParaRPr lang="en-IN"/>
          </a:p>
        </p:txBody>
      </p:sp>
    </p:spTree>
    <p:extLst>
      <p:ext uri="{BB962C8B-B14F-4D97-AF65-F5344CB8AC3E}">
        <p14:creationId xmlns:p14="http://schemas.microsoft.com/office/powerpoint/2010/main" val="2769160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D877D25-ED49-499A-BDB9-51547232A8EE}" type="datetimeFigureOut">
              <a:rPr lang="en-IN" smtClean="0"/>
              <a:t>29-08-2026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AD67E9-9698-4488-AE56-C7970633E256}" type="slidenum">
              <a:rPr lang="en-IN" smtClean="0"/>
              <a:t>‹#›</a:t>
            </a:fld>
            <a:endParaRPr lang="en-IN"/>
          </a:p>
        </p:txBody>
      </p:sp>
    </p:spTree>
    <p:extLst>
      <p:ext uri="{BB962C8B-B14F-4D97-AF65-F5344CB8AC3E}">
        <p14:creationId xmlns:p14="http://schemas.microsoft.com/office/powerpoint/2010/main" val="1698930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877D25-ED49-499A-BDB9-51547232A8EE}" type="datetimeFigureOut">
              <a:rPr lang="en-IN" smtClean="0"/>
              <a:t>29-08-2026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AD67E9-9698-4488-AE56-C7970633E256}" type="slidenum">
              <a:rPr lang="en-IN" smtClean="0"/>
              <a:t>‹#›</a:t>
            </a:fld>
            <a:endParaRPr lang="en-IN"/>
          </a:p>
        </p:txBody>
      </p:sp>
    </p:spTree>
    <p:extLst>
      <p:ext uri="{BB962C8B-B14F-4D97-AF65-F5344CB8AC3E}">
        <p14:creationId xmlns:p14="http://schemas.microsoft.com/office/powerpoint/2010/main" val="2998487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0D877D25-ED49-499A-BDB9-51547232A8EE}" type="datetimeFigureOut">
              <a:rPr lang="en-IN" smtClean="0"/>
              <a:t>29-08-2026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FFAD67E9-9698-4488-AE56-C7970633E256}" type="slidenum">
              <a:rPr lang="en-IN" smtClean="0"/>
              <a:t>‹#›</a:t>
            </a:fld>
            <a:endParaRPr lang="en-IN"/>
          </a:p>
        </p:txBody>
      </p:sp>
    </p:spTree>
    <p:extLst>
      <p:ext uri="{BB962C8B-B14F-4D97-AF65-F5344CB8AC3E}">
        <p14:creationId xmlns:p14="http://schemas.microsoft.com/office/powerpoint/2010/main" val="887188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D877D25-ED49-499A-BDB9-51547232A8EE}" type="datetimeFigureOut">
              <a:rPr lang="en-IN" smtClean="0"/>
              <a:t>29-08-2026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FFAD67E9-9698-4488-AE56-C7970633E256}" type="slidenum">
              <a:rPr lang="en-IN" smtClean="0"/>
              <a:t>‹#›</a:t>
            </a:fld>
            <a:endParaRPr lang="en-IN"/>
          </a:p>
        </p:txBody>
      </p:sp>
    </p:spTree>
    <p:extLst>
      <p:ext uri="{BB962C8B-B14F-4D97-AF65-F5344CB8AC3E}">
        <p14:creationId xmlns:p14="http://schemas.microsoft.com/office/powerpoint/2010/main" val="1171466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0D877D25-ED49-499A-BDB9-51547232A8EE}" type="datetimeFigureOut">
              <a:rPr lang="en-IN" smtClean="0"/>
              <a:t>29-08-2026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FFAD67E9-9698-4488-AE56-C7970633E256}" type="slidenum">
              <a:rPr lang="en-IN" smtClean="0"/>
              <a:t>‹#›</a:t>
            </a:fld>
            <a:endParaRPr lang="en-IN"/>
          </a:p>
        </p:txBody>
      </p:sp>
    </p:spTree>
    <p:extLst>
      <p:ext uri="{BB962C8B-B14F-4D97-AF65-F5344CB8AC3E}">
        <p14:creationId xmlns:p14="http://schemas.microsoft.com/office/powerpoint/2010/main" val="4270886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877D25-ED49-499A-BDB9-51547232A8EE}" type="datetimeFigureOut">
              <a:rPr lang="en-IN" smtClean="0"/>
              <a:t>29-08-2026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AD67E9-9698-4488-AE56-C7970633E256}" type="slidenum">
              <a:rPr lang="en-IN" smtClean="0"/>
              <a:t>‹#›</a:t>
            </a:fld>
            <a:endParaRPr lang="en-IN"/>
          </a:p>
        </p:txBody>
      </p:sp>
    </p:spTree>
    <p:extLst>
      <p:ext uri="{BB962C8B-B14F-4D97-AF65-F5344CB8AC3E}">
        <p14:creationId xmlns:p14="http://schemas.microsoft.com/office/powerpoint/2010/main" val="657252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877D25-ED49-499A-BDB9-51547232A8EE}" type="datetimeFigureOut">
              <a:rPr lang="en-IN" smtClean="0"/>
              <a:t>29-08-2026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AD67E9-9698-4488-AE56-C7970633E256}" type="slidenum">
              <a:rPr lang="en-IN" smtClean="0"/>
              <a:t>‹#›</a:t>
            </a:fld>
            <a:endParaRPr lang="en-IN"/>
          </a:p>
        </p:txBody>
      </p:sp>
    </p:spTree>
    <p:extLst>
      <p:ext uri="{BB962C8B-B14F-4D97-AF65-F5344CB8AC3E}">
        <p14:creationId xmlns:p14="http://schemas.microsoft.com/office/powerpoint/2010/main" val="460558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D877D25-ED49-499A-BDB9-51547232A8EE}" type="datetimeFigureOut">
              <a:rPr lang="en-IN" smtClean="0"/>
              <a:t>29-08-2026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AD67E9-9698-4488-AE56-C7970633E256}" type="slidenum">
              <a:rPr lang="en-IN" smtClean="0"/>
              <a:t>‹#›</a:t>
            </a:fld>
            <a:endParaRPr lang="en-IN"/>
          </a:p>
        </p:txBody>
      </p:sp>
    </p:spTree>
    <p:extLst>
      <p:ext uri="{BB962C8B-B14F-4D97-AF65-F5344CB8AC3E}">
        <p14:creationId xmlns:p14="http://schemas.microsoft.com/office/powerpoint/2010/main" val="31516731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D877D25-ED49-499A-BDB9-51547232A8EE}" type="datetimeFigureOut">
              <a:rPr lang="en-IN" smtClean="0"/>
              <a:t>29-08-2026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AD67E9-9698-4488-AE56-C7970633E256}"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8990192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877D25-ED49-499A-BDB9-51547232A8EE}" type="datetimeFigureOut">
              <a:rPr lang="en-IN" smtClean="0"/>
              <a:t>29-08-2026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AD67E9-9698-4488-AE56-C7970633E256}" type="slidenum">
              <a:rPr lang="en-IN" smtClean="0"/>
              <a:t>‹#›</a:t>
            </a:fld>
            <a:endParaRPr lang="en-IN"/>
          </a:p>
        </p:txBody>
      </p:sp>
    </p:spTree>
    <p:extLst>
      <p:ext uri="{BB962C8B-B14F-4D97-AF65-F5344CB8AC3E}">
        <p14:creationId xmlns:p14="http://schemas.microsoft.com/office/powerpoint/2010/main" val="27407844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D877D25-ED49-499A-BDB9-51547232A8EE}" type="datetimeFigureOut">
              <a:rPr lang="en-IN" smtClean="0"/>
              <a:t>29-08-2026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AD67E9-9698-4488-AE56-C7970633E256}" type="slidenum">
              <a:rPr lang="en-IN" smtClean="0"/>
              <a:t>‹#›</a:t>
            </a:fld>
            <a:endParaRPr lang="en-IN"/>
          </a:p>
        </p:txBody>
      </p:sp>
    </p:spTree>
    <p:extLst>
      <p:ext uri="{BB962C8B-B14F-4D97-AF65-F5344CB8AC3E}">
        <p14:creationId xmlns:p14="http://schemas.microsoft.com/office/powerpoint/2010/main" val="4771929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D877D25-ED49-499A-BDB9-51547232A8EE}" type="datetimeFigureOut">
              <a:rPr lang="en-IN" smtClean="0"/>
              <a:t>29-08-2026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AD67E9-9698-4488-AE56-C7970633E256}" type="slidenum">
              <a:rPr lang="en-IN" smtClean="0"/>
              <a:t>‹#›</a:t>
            </a:fld>
            <a:endParaRPr lang="en-IN"/>
          </a:p>
        </p:txBody>
      </p:sp>
    </p:spTree>
    <p:extLst>
      <p:ext uri="{BB962C8B-B14F-4D97-AF65-F5344CB8AC3E}">
        <p14:creationId xmlns:p14="http://schemas.microsoft.com/office/powerpoint/2010/main" val="23065811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877D25-ED49-499A-BDB9-51547232A8EE}" type="datetimeFigureOut">
              <a:rPr lang="en-IN" smtClean="0"/>
              <a:t>29-08-2026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AD67E9-9698-4488-AE56-C7970633E256}" type="slidenum">
              <a:rPr lang="en-IN" smtClean="0"/>
              <a:t>‹#›</a:t>
            </a:fld>
            <a:endParaRPr lang="en-IN"/>
          </a:p>
        </p:txBody>
      </p:sp>
    </p:spTree>
    <p:extLst>
      <p:ext uri="{BB962C8B-B14F-4D97-AF65-F5344CB8AC3E}">
        <p14:creationId xmlns:p14="http://schemas.microsoft.com/office/powerpoint/2010/main" val="32304707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877D25-ED49-499A-BDB9-51547232A8EE}" type="datetimeFigureOut">
              <a:rPr lang="en-IN" smtClean="0"/>
              <a:t>29-08-2026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AD67E9-9698-4488-AE56-C7970633E256}" type="slidenum">
              <a:rPr lang="en-IN" smtClean="0"/>
              <a:t>‹#›</a:t>
            </a:fld>
            <a:endParaRPr lang="en-IN"/>
          </a:p>
        </p:txBody>
      </p:sp>
    </p:spTree>
    <p:extLst>
      <p:ext uri="{BB962C8B-B14F-4D97-AF65-F5344CB8AC3E}">
        <p14:creationId xmlns:p14="http://schemas.microsoft.com/office/powerpoint/2010/main" val="28542192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0D877D25-ED49-499A-BDB9-51547232A8EE}" type="datetimeFigureOut">
              <a:rPr lang="en-IN" smtClean="0"/>
              <a:t>29-08-2026</a:t>
            </a:fld>
            <a:endParaRPr lang="en-IN"/>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FFAD67E9-9698-4488-AE56-C7970633E256}" type="slidenum">
              <a:rPr lang="en-IN" smtClean="0"/>
              <a:t>‹#›</a:t>
            </a:fld>
            <a:endParaRPr lang="en-IN"/>
          </a:p>
        </p:txBody>
      </p:sp>
    </p:spTree>
    <p:extLst>
      <p:ext uri="{BB962C8B-B14F-4D97-AF65-F5344CB8AC3E}">
        <p14:creationId xmlns:p14="http://schemas.microsoft.com/office/powerpoint/2010/main" val="1257632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D877D25-ED49-499A-BDB9-51547232A8EE}" type="datetimeFigureOut">
              <a:rPr lang="en-IN" smtClean="0"/>
              <a:t>29-08-2026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FAD67E9-9698-4488-AE56-C7970633E256}" type="slidenum">
              <a:rPr lang="en-IN" smtClean="0"/>
              <a:t>‹#›</a:t>
            </a:fld>
            <a:endParaRPr lang="en-IN"/>
          </a:p>
        </p:txBody>
      </p:sp>
    </p:spTree>
    <p:extLst>
      <p:ext uri="{BB962C8B-B14F-4D97-AF65-F5344CB8AC3E}">
        <p14:creationId xmlns:p14="http://schemas.microsoft.com/office/powerpoint/2010/main" val="2105255866"/>
      </p:ext>
    </p:extLst>
  </p:cSld>
  <p:clrMap bg1="dk1" tx1="lt1" bg2="dk2" tx2="lt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32" r:id="rId16"/>
    <p:sldLayoutId id="2147483733" r:id="rId17"/>
    <p:sldLayoutId id="2147483734" r:id="rId18"/>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D17CB3-DC11-E3F9-A571-A920E41511D1}"/>
              </a:ext>
            </a:extLst>
          </p:cNvPr>
          <p:cNvSpPr txBox="1"/>
          <p:nvPr/>
        </p:nvSpPr>
        <p:spPr>
          <a:xfrm>
            <a:off x="1297857" y="2637314"/>
            <a:ext cx="8347587" cy="954107"/>
          </a:xfrm>
          <a:prstGeom prst="rect">
            <a:avLst/>
          </a:prstGeom>
          <a:noFill/>
        </p:spPr>
        <p:txBody>
          <a:bodyPr wrap="square" rtlCol="0">
            <a:spAutoFit/>
          </a:bodyPr>
          <a:lstStyle/>
          <a:p>
            <a:pPr algn="ctr"/>
            <a:r>
              <a:rPr lang="en-IN" sz="2800" b="1" dirty="0">
                <a:solidFill>
                  <a:schemeClr val="accent6">
                    <a:lumMod val="50000"/>
                  </a:schemeClr>
                </a:solidFill>
              </a:rPr>
              <a:t>Project Title</a:t>
            </a:r>
          </a:p>
          <a:p>
            <a:pPr algn="ctr"/>
            <a:r>
              <a:rPr lang="en-IN" sz="2800" b="1" dirty="0">
                <a:solidFill>
                  <a:schemeClr val="accent6">
                    <a:lumMod val="50000"/>
                  </a:schemeClr>
                </a:solidFill>
              </a:rPr>
              <a:t>E-commerce Sales analysis  using Power BI</a:t>
            </a:r>
          </a:p>
        </p:txBody>
      </p:sp>
      <p:sp>
        <p:nvSpPr>
          <p:cNvPr id="5" name="TextBox 4">
            <a:extLst>
              <a:ext uri="{FF2B5EF4-FFF2-40B4-BE49-F238E27FC236}">
                <a16:creationId xmlns:a16="http://schemas.microsoft.com/office/drawing/2014/main" id="{0D6BAB5F-891F-345C-CA2A-F3A7CA6B0EA6}"/>
              </a:ext>
            </a:extLst>
          </p:cNvPr>
          <p:cNvSpPr txBox="1"/>
          <p:nvPr/>
        </p:nvSpPr>
        <p:spPr>
          <a:xfrm>
            <a:off x="8091948" y="5123887"/>
            <a:ext cx="3519948" cy="923330"/>
          </a:xfrm>
          <a:prstGeom prst="rect">
            <a:avLst/>
          </a:prstGeom>
          <a:noFill/>
        </p:spPr>
        <p:txBody>
          <a:bodyPr wrap="square" rtlCol="0">
            <a:spAutoFit/>
          </a:bodyPr>
          <a:lstStyle/>
          <a:p>
            <a:r>
              <a:rPr lang="en-IN" b="1" dirty="0"/>
              <a:t>Desing  By :</a:t>
            </a:r>
          </a:p>
          <a:p>
            <a:endParaRPr lang="en-IN" b="1" dirty="0"/>
          </a:p>
          <a:p>
            <a:r>
              <a:rPr lang="en-IN" b="1" dirty="0"/>
              <a:t>Rakesh Reddy Gopireddy</a:t>
            </a:r>
          </a:p>
        </p:txBody>
      </p:sp>
    </p:spTree>
    <p:extLst>
      <p:ext uri="{BB962C8B-B14F-4D97-AF65-F5344CB8AC3E}">
        <p14:creationId xmlns:p14="http://schemas.microsoft.com/office/powerpoint/2010/main" val="3314985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2A1856-DF83-0918-0AA1-EECC3ABA6287}"/>
              </a:ext>
            </a:extLst>
          </p:cNvPr>
          <p:cNvSpPr txBox="1"/>
          <p:nvPr/>
        </p:nvSpPr>
        <p:spPr>
          <a:xfrm>
            <a:off x="226142" y="235972"/>
            <a:ext cx="6194322" cy="400110"/>
          </a:xfrm>
          <a:prstGeom prst="rect">
            <a:avLst/>
          </a:prstGeom>
          <a:noFill/>
        </p:spPr>
        <p:txBody>
          <a:bodyPr wrap="square" rtlCol="0">
            <a:spAutoFit/>
          </a:bodyPr>
          <a:lstStyle/>
          <a:p>
            <a:r>
              <a:rPr lang="en-IN" sz="2000" b="1" dirty="0"/>
              <a:t>Introduction</a:t>
            </a:r>
          </a:p>
        </p:txBody>
      </p:sp>
      <p:sp>
        <p:nvSpPr>
          <p:cNvPr id="4" name="TextBox 3">
            <a:extLst>
              <a:ext uri="{FF2B5EF4-FFF2-40B4-BE49-F238E27FC236}">
                <a16:creationId xmlns:a16="http://schemas.microsoft.com/office/drawing/2014/main" id="{40DEFB8D-7F8B-F00C-2658-91E75C4AE4AA}"/>
              </a:ext>
            </a:extLst>
          </p:cNvPr>
          <p:cNvSpPr txBox="1"/>
          <p:nvPr/>
        </p:nvSpPr>
        <p:spPr>
          <a:xfrm>
            <a:off x="963560" y="1373504"/>
            <a:ext cx="9183329" cy="4093428"/>
          </a:xfrm>
          <a:prstGeom prst="rect">
            <a:avLst/>
          </a:prstGeom>
          <a:noFill/>
        </p:spPr>
        <p:txBody>
          <a:bodyPr wrap="square" rtlCol="0">
            <a:spAutoFit/>
          </a:bodyPr>
          <a:lstStyle/>
          <a:p>
            <a:pPr marL="285750" indent="-285750">
              <a:buFont typeface="Arial" panose="020B0604020202090204" pitchFamily="34" charset="0"/>
              <a:buChar char="•"/>
            </a:pPr>
            <a:r>
              <a:rPr lang="en-IN" sz="2000" dirty="0"/>
              <a:t>I use E-commerce Dataset For This Project .</a:t>
            </a:r>
          </a:p>
          <a:p>
            <a:pPr marL="285750" indent="-285750">
              <a:buFont typeface="Arial" panose="020B0604020202090204" pitchFamily="34" charset="0"/>
              <a:buChar char="•"/>
            </a:pPr>
            <a:endParaRPr lang="en-IN" sz="2000" dirty="0"/>
          </a:p>
          <a:p>
            <a:endParaRPr lang="en-IN" sz="2000" dirty="0"/>
          </a:p>
          <a:p>
            <a:pPr marL="285750" indent="-285750">
              <a:buFont typeface="Arial" panose="020B0604020202090204" pitchFamily="34" charset="0"/>
              <a:buChar char="•"/>
            </a:pPr>
            <a:r>
              <a:rPr lang="en-IN" sz="2000" dirty="0"/>
              <a:t>The objective of this project is to analyses eCommerce sales data to identify sales trends, top-performing products, and customer purchasing behaviour</a:t>
            </a:r>
          </a:p>
          <a:p>
            <a:pPr marL="285750" indent="-285750">
              <a:buFont typeface="Arial" panose="020B0604020202090204" pitchFamily="34" charset="0"/>
              <a:buChar char="•"/>
            </a:pPr>
            <a:endParaRPr lang="en-IN" sz="2000" dirty="0"/>
          </a:p>
          <a:p>
            <a:pPr marL="285750" indent="-285750">
              <a:buFont typeface="Arial" panose="020B0604020202090204" pitchFamily="34" charset="0"/>
              <a:buChar char="•"/>
            </a:pPr>
            <a:endParaRPr lang="en-IN" sz="2000" dirty="0"/>
          </a:p>
          <a:p>
            <a:pPr marL="285750" indent="-285750">
              <a:buFont typeface="Arial" panose="020B0604020202090204" pitchFamily="34" charset="0"/>
              <a:buChar char="•"/>
            </a:pPr>
            <a:endParaRPr lang="en-IN" sz="2000" dirty="0"/>
          </a:p>
          <a:p>
            <a:pPr marL="285750" indent="-285750">
              <a:buFont typeface="Arial" panose="020B0604020202090204" pitchFamily="34" charset="0"/>
              <a:buChar char="•"/>
            </a:pPr>
            <a:r>
              <a:rPr lang="en-IN" sz="2000" dirty="0"/>
              <a:t>Why Analysis is important means  from analysis  we can find the solutions for problem that means  for create a visualization of raw data we can achieve  in which area sales are increases or decreases,  and we find which  product is more sales  and we top performing  customer.  Like this type of question we analyse for using Analysis. </a:t>
            </a:r>
          </a:p>
        </p:txBody>
      </p:sp>
    </p:spTree>
    <p:extLst>
      <p:ext uri="{BB962C8B-B14F-4D97-AF65-F5344CB8AC3E}">
        <p14:creationId xmlns:p14="http://schemas.microsoft.com/office/powerpoint/2010/main" val="2040657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FAC46E-841B-F695-4EF3-BA58977255DA}"/>
              </a:ext>
            </a:extLst>
          </p:cNvPr>
          <p:cNvSpPr txBox="1"/>
          <p:nvPr/>
        </p:nvSpPr>
        <p:spPr>
          <a:xfrm>
            <a:off x="196646" y="294968"/>
            <a:ext cx="3864077" cy="400110"/>
          </a:xfrm>
          <a:prstGeom prst="rect">
            <a:avLst/>
          </a:prstGeom>
          <a:noFill/>
        </p:spPr>
        <p:txBody>
          <a:bodyPr wrap="square" rtlCol="0">
            <a:spAutoFit/>
          </a:bodyPr>
          <a:lstStyle/>
          <a:p>
            <a:r>
              <a:rPr lang="en-IN" sz="2000" b="1" dirty="0"/>
              <a:t>Data  Cleaning Process</a:t>
            </a:r>
          </a:p>
        </p:txBody>
      </p:sp>
      <p:sp>
        <p:nvSpPr>
          <p:cNvPr id="3" name="TextBox 2">
            <a:extLst>
              <a:ext uri="{FF2B5EF4-FFF2-40B4-BE49-F238E27FC236}">
                <a16:creationId xmlns:a16="http://schemas.microsoft.com/office/drawing/2014/main" id="{1964211A-E108-5EF0-C092-7E8C94ED92BE}"/>
              </a:ext>
            </a:extLst>
          </p:cNvPr>
          <p:cNvSpPr txBox="1"/>
          <p:nvPr/>
        </p:nvSpPr>
        <p:spPr>
          <a:xfrm>
            <a:off x="742335" y="1012722"/>
            <a:ext cx="10436942" cy="5324535"/>
          </a:xfrm>
          <a:prstGeom prst="rect">
            <a:avLst/>
          </a:prstGeom>
          <a:noFill/>
        </p:spPr>
        <p:txBody>
          <a:bodyPr wrap="square" rtlCol="0">
            <a:spAutoFit/>
          </a:bodyPr>
          <a:lstStyle/>
          <a:p>
            <a:pPr marL="342900" indent="-342900">
              <a:buFont typeface="Arial" panose="020B0604020202090204" pitchFamily="34" charset="0"/>
              <a:buChar char="•"/>
            </a:pPr>
            <a:r>
              <a:rPr lang="en-IN" sz="2000" dirty="0"/>
              <a:t>Main  important In Data Analysis  Collecting  and Cleaning Is important and Q&amp;A  form customer.</a:t>
            </a:r>
          </a:p>
          <a:p>
            <a:pPr marL="342900" indent="-342900">
              <a:buFont typeface="Arial" panose="020B0604020202090204" pitchFamily="34" charset="0"/>
              <a:buChar char="•"/>
            </a:pPr>
            <a:r>
              <a:rPr lang="en-IN" sz="2000" dirty="0"/>
              <a:t>In  this project I use  sales data  in that data I collect Data From Google Source  and Kaggle etc… I took data from this sources.</a:t>
            </a:r>
          </a:p>
          <a:p>
            <a:pPr marL="342900" indent="-342900">
              <a:buFont typeface="Arial" panose="020B0604020202090204" pitchFamily="34" charset="0"/>
              <a:buChar char="•"/>
            </a:pPr>
            <a:endParaRPr lang="en-IN" sz="2000" dirty="0"/>
          </a:p>
          <a:p>
            <a:pPr marL="342900" indent="-342900">
              <a:buFont typeface="Arial" panose="020B0604020202090204" pitchFamily="34" charset="0"/>
              <a:buChar char="•"/>
            </a:pPr>
            <a:r>
              <a:rPr lang="en-IN" sz="2000" dirty="0"/>
              <a:t>After  that  I Cleaned the data using Power Query in That I cleaned missing values, Duplicates and  Corrected data types and Spaces  for that I use TRIM option etc….</a:t>
            </a:r>
          </a:p>
          <a:p>
            <a:endParaRPr lang="en-IN" sz="2000" dirty="0"/>
          </a:p>
          <a:p>
            <a:r>
              <a:rPr lang="en-IN" sz="2000" dirty="0"/>
              <a:t>Process of Data cleaning: </a:t>
            </a:r>
          </a:p>
          <a:p>
            <a:r>
              <a:rPr lang="en-IN" sz="2000" dirty="0"/>
              <a:t>                                      Open Power BI         </a:t>
            </a:r>
          </a:p>
          <a:p>
            <a:endParaRPr lang="en-IN" sz="2000" dirty="0"/>
          </a:p>
          <a:p>
            <a:r>
              <a:rPr lang="en-IN" sz="2000" dirty="0"/>
              <a:t>                                        Load Data         </a:t>
            </a:r>
          </a:p>
          <a:p>
            <a:r>
              <a:rPr lang="en-IN" sz="2000" dirty="0"/>
              <a:t>   </a:t>
            </a:r>
          </a:p>
          <a:p>
            <a:r>
              <a:rPr lang="en-IN" sz="2000" dirty="0"/>
              <a:t>                              Transform Data into Power Query           </a:t>
            </a:r>
          </a:p>
          <a:p>
            <a:endParaRPr lang="en-IN" sz="2000" dirty="0"/>
          </a:p>
          <a:p>
            <a:r>
              <a:rPr lang="en-IN" sz="2000" dirty="0"/>
              <a:t>                                          Cleaning</a:t>
            </a:r>
          </a:p>
        </p:txBody>
      </p:sp>
      <p:cxnSp>
        <p:nvCxnSpPr>
          <p:cNvPr id="17" name="Straight Arrow Connector 16">
            <a:extLst>
              <a:ext uri="{FF2B5EF4-FFF2-40B4-BE49-F238E27FC236}">
                <a16:creationId xmlns:a16="http://schemas.microsoft.com/office/drawing/2014/main" id="{E769DF95-8C57-7770-30BF-AC33834A3B70}"/>
              </a:ext>
            </a:extLst>
          </p:cNvPr>
          <p:cNvCxnSpPr/>
          <p:nvPr/>
        </p:nvCxnSpPr>
        <p:spPr>
          <a:xfrm>
            <a:off x="4267200" y="4149213"/>
            <a:ext cx="0" cy="353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D369581-BB31-E455-9C0F-B52C4ED1E334}"/>
              </a:ext>
            </a:extLst>
          </p:cNvPr>
          <p:cNvCxnSpPr/>
          <p:nvPr/>
        </p:nvCxnSpPr>
        <p:spPr>
          <a:xfrm>
            <a:off x="4267200" y="4778477"/>
            <a:ext cx="0" cy="3834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1C2735E-1A29-A3BF-9F56-A1CF39C7D30B}"/>
              </a:ext>
            </a:extLst>
          </p:cNvPr>
          <p:cNvCxnSpPr/>
          <p:nvPr/>
        </p:nvCxnSpPr>
        <p:spPr>
          <a:xfrm>
            <a:off x="4267200" y="5397910"/>
            <a:ext cx="0" cy="3342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1883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BDF23C-9783-7EEE-0378-861911219908}"/>
              </a:ext>
            </a:extLst>
          </p:cNvPr>
          <p:cNvSpPr txBox="1"/>
          <p:nvPr/>
        </p:nvSpPr>
        <p:spPr>
          <a:xfrm>
            <a:off x="235974" y="265471"/>
            <a:ext cx="3519948" cy="400110"/>
          </a:xfrm>
          <a:prstGeom prst="rect">
            <a:avLst/>
          </a:prstGeom>
          <a:noFill/>
        </p:spPr>
        <p:txBody>
          <a:bodyPr wrap="square" rtlCol="0">
            <a:spAutoFit/>
          </a:bodyPr>
          <a:lstStyle/>
          <a:p>
            <a:r>
              <a:rPr lang="en-IN" sz="2000" b="1" dirty="0"/>
              <a:t>Data Analysis Process</a:t>
            </a:r>
          </a:p>
        </p:txBody>
      </p:sp>
      <p:sp>
        <p:nvSpPr>
          <p:cNvPr id="3" name="TextBox 2">
            <a:extLst>
              <a:ext uri="{FF2B5EF4-FFF2-40B4-BE49-F238E27FC236}">
                <a16:creationId xmlns:a16="http://schemas.microsoft.com/office/drawing/2014/main" id="{CBAF768E-C2B1-2DEA-2096-F05158C0231C}"/>
              </a:ext>
            </a:extLst>
          </p:cNvPr>
          <p:cNvSpPr txBox="1"/>
          <p:nvPr/>
        </p:nvSpPr>
        <p:spPr>
          <a:xfrm>
            <a:off x="727587" y="782121"/>
            <a:ext cx="10225549" cy="5909310"/>
          </a:xfrm>
          <a:prstGeom prst="rect">
            <a:avLst/>
          </a:prstGeom>
          <a:noFill/>
        </p:spPr>
        <p:txBody>
          <a:bodyPr wrap="square" rtlCol="0">
            <a:spAutoFit/>
          </a:bodyPr>
          <a:lstStyle/>
          <a:p>
            <a:pPr marL="285750" indent="-285750">
              <a:buFont typeface="Arial" panose="020B0604020202090204" pitchFamily="34" charset="0"/>
              <a:buChar char="•"/>
            </a:pPr>
            <a:r>
              <a:rPr lang="en-IN" sz="2000" dirty="0"/>
              <a:t>Sales data was aggregated by region and category  and total sales  to identify high-performing markets.</a:t>
            </a:r>
          </a:p>
          <a:p>
            <a:pPr marL="285750" indent="-285750">
              <a:buFont typeface="Arial" panose="020B0604020202090204" pitchFamily="34" charset="0"/>
              <a:buChar char="•"/>
            </a:pPr>
            <a:endParaRPr lang="en-IN" sz="2000" dirty="0"/>
          </a:p>
          <a:p>
            <a:pPr marL="285750" indent="-285750">
              <a:buFont typeface="Arial" panose="020B0604020202090204" pitchFamily="34" charset="0"/>
              <a:buChar char="•"/>
            </a:pPr>
            <a:r>
              <a:rPr lang="en-IN" sz="2000" dirty="0"/>
              <a:t>For Aggregated I used DAX (Data Analysis Expressions) Measures  For Calculation of  Product sales and performing .</a:t>
            </a:r>
          </a:p>
          <a:p>
            <a:pPr marL="285750" indent="-285750">
              <a:buFont typeface="Arial" panose="020B0604020202090204" pitchFamily="34" charset="0"/>
              <a:buChar char="•"/>
            </a:pPr>
            <a:endParaRPr lang="en-IN" sz="2000" dirty="0"/>
          </a:p>
          <a:p>
            <a:pPr marL="285750" indent="-285750">
              <a:buFont typeface="Arial" panose="020B0604020202090204" pitchFamily="34" charset="0"/>
              <a:buChar char="•"/>
            </a:pPr>
            <a:r>
              <a:rPr lang="en-IN" sz="2000" dirty="0"/>
              <a:t>I calculate Total sales and average sales of full dataset  For that I used  measurement That is </a:t>
            </a:r>
          </a:p>
          <a:p>
            <a:pPr marL="285750" indent="-285750">
              <a:buFont typeface="Arial" panose="020B0604020202090204" pitchFamily="34" charset="0"/>
              <a:buChar char="•"/>
            </a:pPr>
            <a:r>
              <a:rPr lang="en-IN" sz="2000" dirty="0"/>
              <a:t>For Total Sales :</a:t>
            </a:r>
          </a:p>
          <a:p>
            <a:r>
              <a:rPr lang="en-IN" sz="2000" dirty="0"/>
              <a:t>             Total Sales = SUM(ecommerce_sales_analytics_5000[revenue])</a:t>
            </a:r>
          </a:p>
          <a:p>
            <a:pPr marL="285750" indent="-285750">
              <a:buFont typeface="Arial" panose="020B0604020202090204" pitchFamily="34" charset="0"/>
              <a:buChar char="•"/>
            </a:pPr>
            <a:endParaRPr lang="en-IN" sz="2000" dirty="0"/>
          </a:p>
          <a:p>
            <a:pPr marL="285750" indent="-285750">
              <a:buFont typeface="Arial" panose="020B0604020202090204" pitchFamily="34" charset="0"/>
              <a:buChar char="•"/>
            </a:pPr>
            <a:r>
              <a:rPr lang="en-IN" sz="2000" dirty="0"/>
              <a:t>For Average Sales:</a:t>
            </a:r>
          </a:p>
          <a:p>
            <a:r>
              <a:rPr lang="en-IN" sz="2000" dirty="0"/>
              <a:t>          Average Sales = AVERAGE(ecommerce_sales_analytics_5000[revenue])  etc…</a:t>
            </a:r>
          </a:p>
          <a:p>
            <a:endParaRPr lang="en-IN" sz="2000" dirty="0"/>
          </a:p>
          <a:p>
            <a:pPr marL="285750" indent="-285750">
              <a:buFont typeface="Arial" panose="020B0604020202090204" pitchFamily="34" charset="0"/>
              <a:buChar char="•"/>
            </a:pPr>
            <a:r>
              <a:rPr lang="en-IN" sz="2000" dirty="0"/>
              <a:t>And more then that I analyse Sales by Category  and Daily Sales Trends and number of orders, Customer can buy  and Total Sales by product Category of each region.</a:t>
            </a:r>
          </a:p>
          <a:p>
            <a:endParaRPr lang="en-IN" dirty="0"/>
          </a:p>
        </p:txBody>
      </p:sp>
    </p:spTree>
    <p:extLst>
      <p:ext uri="{BB962C8B-B14F-4D97-AF65-F5344CB8AC3E}">
        <p14:creationId xmlns:p14="http://schemas.microsoft.com/office/powerpoint/2010/main" val="1330680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D554BC-A97D-AB2C-026A-B3722465D397}"/>
              </a:ext>
            </a:extLst>
          </p:cNvPr>
          <p:cNvSpPr txBox="1"/>
          <p:nvPr/>
        </p:nvSpPr>
        <p:spPr>
          <a:xfrm>
            <a:off x="190255" y="155412"/>
            <a:ext cx="3467345" cy="400110"/>
          </a:xfrm>
          <a:prstGeom prst="rect">
            <a:avLst/>
          </a:prstGeom>
          <a:noFill/>
        </p:spPr>
        <p:txBody>
          <a:bodyPr wrap="square" rtlCol="0">
            <a:spAutoFit/>
          </a:bodyPr>
          <a:lstStyle/>
          <a:p>
            <a:r>
              <a:rPr lang="en-IN" sz="2000" b="1" dirty="0"/>
              <a:t>Visualizations / Dashboard</a:t>
            </a:r>
          </a:p>
        </p:txBody>
      </p:sp>
      <p:pic>
        <p:nvPicPr>
          <p:cNvPr id="4" name="Picture 3">
            <a:extLst>
              <a:ext uri="{FF2B5EF4-FFF2-40B4-BE49-F238E27FC236}">
                <a16:creationId xmlns:a16="http://schemas.microsoft.com/office/drawing/2014/main" id="{197E32EB-5AA9-EF17-6833-7423E362A4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494" y="648928"/>
            <a:ext cx="10156319" cy="4984955"/>
          </a:xfrm>
          <a:prstGeom prst="rect">
            <a:avLst/>
          </a:prstGeom>
        </p:spPr>
      </p:pic>
      <p:sp>
        <p:nvSpPr>
          <p:cNvPr id="5" name="TextBox 4">
            <a:extLst>
              <a:ext uri="{FF2B5EF4-FFF2-40B4-BE49-F238E27FC236}">
                <a16:creationId xmlns:a16="http://schemas.microsoft.com/office/drawing/2014/main" id="{75090365-58CA-D0E1-3C4D-FC040757E48E}"/>
              </a:ext>
            </a:extLst>
          </p:cNvPr>
          <p:cNvSpPr txBox="1"/>
          <p:nvPr/>
        </p:nvSpPr>
        <p:spPr>
          <a:xfrm>
            <a:off x="1170038" y="5820696"/>
            <a:ext cx="10815485" cy="646331"/>
          </a:xfrm>
          <a:prstGeom prst="rect">
            <a:avLst/>
          </a:prstGeom>
          <a:noFill/>
        </p:spPr>
        <p:txBody>
          <a:bodyPr wrap="square" rtlCol="0">
            <a:spAutoFit/>
          </a:bodyPr>
          <a:lstStyle/>
          <a:p>
            <a:pPr marL="285750" indent="-285750">
              <a:buFont typeface="Arial" panose="020B0604020202090204" pitchFamily="34" charset="0"/>
              <a:buChar char="•"/>
            </a:pPr>
            <a:r>
              <a:rPr lang="en-IN" dirty="0"/>
              <a:t>Form The  Dashboard  what I analyse is  Day by day trends of Sales   and  which product get more sold and in which region Sales are high and low, This the analysis I reached out form this project.</a:t>
            </a:r>
          </a:p>
        </p:txBody>
      </p:sp>
    </p:spTree>
    <p:extLst>
      <p:ext uri="{BB962C8B-B14F-4D97-AF65-F5344CB8AC3E}">
        <p14:creationId xmlns:p14="http://schemas.microsoft.com/office/powerpoint/2010/main" val="298520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852227-E2BF-340B-9931-4DC238DD722C}"/>
              </a:ext>
            </a:extLst>
          </p:cNvPr>
          <p:cNvSpPr txBox="1"/>
          <p:nvPr/>
        </p:nvSpPr>
        <p:spPr>
          <a:xfrm>
            <a:off x="245807" y="121429"/>
            <a:ext cx="1524000" cy="369332"/>
          </a:xfrm>
          <a:prstGeom prst="rect">
            <a:avLst/>
          </a:prstGeom>
          <a:noFill/>
        </p:spPr>
        <p:txBody>
          <a:bodyPr wrap="square" rtlCol="0">
            <a:spAutoFit/>
          </a:bodyPr>
          <a:lstStyle/>
          <a:p>
            <a:r>
              <a:rPr lang="en-IN" b="1" dirty="0"/>
              <a:t>Key Insights</a:t>
            </a:r>
          </a:p>
        </p:txBody>
      </p:sp>
      <p:sp>
        <p:nvSpPr>
          <p:cNvPr id="5" name="TextBox 4">
            <a:extLst>
              <a:ext uri="{FF2B5EF4-FFF2-40B4-BE49-F238E27FC236}">
                <a16:creationId xmlns:a16="http://schemas.microsoft.com/office/drawing/2014/main" id="{035DFFC7-2010-B176-449A-C16C3B9D0083}"/>
              </a:ext>
            </a:extLst>
          </p:cNvPr>
          <p:cNvSpPr txBox="1"/>
          <p:nvPr/>
        </p:nvSpPr>
        <p:spPr>
          <a:xfrm>
            <a:off x="919316" y="730075"/>
            <a:ext cx="9035847" cy="2831544"/>
          </a:xfrm>
          <a:prstGeom prst="rect">
            <a:avLst/>
          </a:prstGeom>
          <a:noFill/>
        </p:spPr>
        <p:txBody>
          <a:bodyPr wrap="square">
            <a:spAutoFit/>
          </a:bodyPr>
          <a:lstStyle/>
          <a:p>
            <a:pPr marL="342900" indent="-342900">
              <a:buFont typeface="Arial" panose="020B0604020202090204" pitchFamily="34" charset="0"/>
              <a:buChar char="•"/>
            </a:pPr>
            <a:r>
              <a:rPr lang="en-IN" sz="2000" dirty="0"/>
              <a:t>Insight 1</a:t>
            </a:r>
          </a:p>
          <a:p>
            <a:r>
              <a:rPr lang="en-IN" sz="2000" dirty="0"/>
              <a:t>             Electronics is the Top-Performing as compare to others category.</a:t>
            </a:r>
          </a:p>
          <a:p>
            <a:endParaRPr lang="en-IN" sz="2000" dirty="0"/>
          </a:p>
          <a:p>
            <a:pPr marL="342900" indent="-342900">
              <a:buFont typeface="Arial" panose="020B0604020202090204" pitchFamily="34" charset="0"/>
              <a:buChar char="•"/>
            </a:pPr>
            <a:r>
              <a:rPr lang="en-IN" sz="2000" dirty="0"/>
              <a:t>Insight 2 </a:t>
            </a:r>
          </a:p>
          <a:p>
            <a:r>
              <a:rPr lang="en-IN" sz="2000" dirty="0"/>
              <a:t>             West region is highest sales as compare to other region.</a:t>
            </a:r>
          </a:p>
          <a:p>
            <a:pPr marL="342900" indent="-342900">
              <a:buFont typeface="Arial" panose="020B0604020202090204" pitchFamily="34" charset="0"/>
              <a:buChar char="•"/>
            </a:pPr>
            <a:endParaRPr lang="en-IN" sz="2000" dirty="0"/>
          </a:p>
          <a:p>
            <a:pPr marL="342900" indent="-342900">
              <a:buFont typeface="Arial" panose="020B0604020202090204" pitchFamily="34" charset="0"/>
              <a:buChar char="•"/>
            </a:pPr>
            <a:r>
              <a:rPr lang="en-IN" sz="2000" dirty="0"/>
              <a:t>Insight 3 </a:t>
            </a:r>
          </a:p>
          <a:p>
            <a:r>
              <a:rPr lang="en-IN" sz="2000" dirty="0"/>
              <a:t>             East region has lower Sales and presents a growth opportunity.</a:t>
            </a:r>
          </a:p>
          <a:p>
            <a:endParaRPr lang="en-IN" dirty="0"/>
          </a:p>
        </p:txBody>
      </p:sp>
      <p:sp>
        <p:nvSpPr>
          <p:cNvPr id="6" name="TextBox 5">
            <a:extLst>
              <a:ext uri="{FF2B5EF4-FFF2-40B4-BE49-F238E27FC236}">
                <a16:creationId xmlns:a16="http://schemas.microsoft.com/office/drawing/2014/main" id="{37FE6397-E278-0B39-445D-7BCE17B52D12}"/>
              </a:ext>
            </a:extLst>
          </p:cNvPr>
          <p:cNvSpPr txBox="1"/>
          <p:nvPr/>
        </p:nvSpPr>
        <p:spPr>
          <a:xfrm>
            <a:off x="835742" y="4373599"/>
            <a:ext cx="7570838" cy="1938992"/>
          </a:xfrm>
          <a:prstGeom prst="rect">
            <a:avLst/>
          </a:prstGeom>
          <a:noFill/>
        </p:spPr>
        <p:txBody>
          <a:bodyPr wrap="square" rtlCol="0">
            <a:spAutoFit/>
          </a:bodyPr>
          <a:lstStyle/>
          <a:p>
            <a:pPr algn="just"/>
            <a:r>
              <a:rPr lang="en-IN" sz="2000" dirty="0"/>
              <a:t>Based on the insights, suggest actions.</a:t>
            </a:r>
          </a:p>
          <a:p>
            <a:pPr algn="just"/>
            <a:endParaRPr lang="en-IN" sz="2000" dirty="0"/>
          </a:p>
          <a:p>
            <a:pPr marL="342900" lvl="0" indent="-342900" algn="just">
              <a:buFont typeface="Arial" panose="020B0604020202090204" pitchFamily="34" charset="0"/>
              <a:buChar char="•"/>
            </a:pPr>
            <a:r>
              <a:rPr lang="en-IN" sz="2000" dirty="0"/>
              <a:t>Increase inventory before peak sales months. </a:t>
            </a:r>
          </a:p>
          <a:p>
            <a:pPr marL="342900" lvl="0" indent="-342900" algn="just">
              <a:buFont typeface="Arial" panose="020B0604020202090204" pitchFamily="34" charset="0"/>
              <a:buChar char="•"/>
            </a:pPr>
            <a:r>
              <a:rPr lang="en-IN" sz="2000" dirty="0"/>
              <a:t>Focus marketing efforts on high-performing regions. </a:t>
            </a:r>
          </a:p>
          <a:p>
            <a:pPr marL="342900" lvl="0" indent="-342900" algn="just">
              <a:buFont typeface="Arial" panose="020B0604020202090204" pitchFamily="34" charset="0"/>
              <a:buChar char="•"/>
            </a:pPr>
            <a:r>
              <a:rPr lang="en-IN" sz="2000" dirty="0"/>
              <a:t>Promote low-selling product categories. </a:t>
            </a:r>
          </a:p>
          <a:p>
            <a:pPr marL="342900" lvl="0" indent="-342900" algn="just">
              <a:buFont typeface="Arial" panose="020B0604020202090204" pitchFamily="34" charset="0"/>
              <a:buChar char="•"/>
            </a:pPr>
            <a:r>
              <a:rPr lang="en-IN" sz="2000" dirty="0"/>
              <a:t>Improve customer retention strategies.</a:t>
            </a:r>
          </a:p>
        </p:txBody>
      </p:sp>
      <p:sp>
        <p:nvSpPr>
          <p:cNvPr id="7" name="TextBox 6">
            <a:extLst>
              <a:ext uri="{FF2B5EF4-FFF2-40B4-BE49-F238E27FC236}">
                <a16:creationId xmlns:a16="http://schemas.microsoft.com/office/drawing/2014/main" id="{4362798E-286C-4B8B-0D5D-F6560E55C9A8}"/>
              </a:ext>
            </a:extLst>
          </p:cNvPr>
          <p:cNvSpPr txBox="1"/>
          <p:nvPr/>
        </p:nvSpPr>
        <p:spPr>
          <a:xfrm>
            <a:off x="245807" y="3600878"/>
            <a:ext cx="2900516" cy="400110"/>
          </a:xfrm>
          <a:prstGeom prst="rect">
            <a:avLst/>
          </a:prstGeom>
          <a:noFill/>
        </p:spPr>
        <p:txBody>
          <a:bodyPr wrap="square" rtlCol="0">
            <a:spAutoFit/>
          </a:bodyPr>
          <a:lstStyle/>
          <a:p>
            <a:r>
              <a:rPr lang="en-IN" sz="2000" b="1" dirty="0"/>
              <a:t>Recommendations</a:t>
            </a:r>
          </a:p>
        </p:txBody>
      </p:sp>
    </p:spTree>
    <p:extLst>
      <p:ext uri="{BB962C8B-B14F-4D97-AF65-F5344CB8AC3E}">
        <p14:creationId xmlns:p14="http://schemas.microsoft.com/office/powerpoint/2010/main" val="2120185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418BD56-4109-D9D9-FBB0-53F15A18EE30}"/>
              </a:ext>
            </a:extLst>
          </p:cNvPr>
          <p:cNvSpPr txBox="1"/>
          <p:nvPr/>
        </p:nvSpPr>
        <p:spPr>
          <a:xfrm>
            <a:off x="294968" y="297115"/>
            <a:ext cx="6096000" cy="400110"/>
          </a:xfrm>
          <a:prstGeom prst="rect">
            <a:avLst/>
          </a:prstGeom>
          <a:noFill/>
        </p:spPr>
        <p:txBody>
          <a:bodyPr wrap="square">
            <a:spAutoFit/>
          </a:bodyPr>
          <a:lstStyle/>
          <a:p>
            <a:r>
              <a:rPr lang="en-IN" sz="2000" b="1" dirty="0"/>
              <a:t>Conclusion</a:t>
            </a:r>
          </a:p>
        </p:txBody>
      </p:sp>
      <p:sp>
        <p:nvSpPr>
          <p:cNvPr id="5" name="TextBox 4">
            <a:extLst>
              <a:ext uri="{FF2B5EF4-FFF2-40B4-BE49-F238E27FC236}">
                <a16:creationId xmlns:a16="http://schemas.microsoft.com/office/drawing/2014/main" id="{EEF74680-57B0-20F4-C500-D823A1FFC567}"/>
              </a:ext>
            </a:extLst>
          </p:cNvPr>
          <p:cNvSpPr txBox="1"/>
          <p:nvPr/>
        </p:nvSpPr>
        <p:spPr>
          <a:xfrm>
            <a:off x="1101215" y="1386349"/>
            <a:ext cx="9134166" cy="1938992"/>
          </a:xfrm>
          <a:prstGeom prst="rect">
            <a:avLst/>
          </a:prstGeom>
          <a:noFill/>
        </p:spPr>
        <p:txBody>
          <a:bodyPr wrap="square" rtlCol="0">
            <a:spAutoFit/>
          </a:bodyPr>
          <a:lstStyle/>
          <a:p>
            <a:pPr algn="just"/>
            <a:r>
              <a:rPr lang="en-IN" sz="2400" dirty="0"/>
              <a:t>The analysis revealed strong seasonal sales patterns and identified Technology as the top-performing category. Implementing targeted marketing and inventory planning can further improve business performance. Implementing targeted  of low price product to improve that sold and  performance.  </a:t>
            </a:r>
          </a:p>
        </p:txBody>
      </p:sp>
    </p:spTree>
    <p:extLst>
      <p:ext uri="{BB962C8B-B14F-4D97-AF65-F5344CB8AC3E}">
        <p14:creationId xmlns:p14="http://schemas.microsoft.com/office/powerpoint/2010/main" val="1552725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C7BCAC-C077-7453-8BFA-5B041CBD61BE}"/>
              </a:ext>
            </a:extLst>
          </p:cNvPr>
          <p:cNvSpPr txBox="1"/>
          <p:nvPr/>
        </p:nvSpPr>
        <p:spPr>
          <a:xfrm>
            <a:off x="3726426" y="2585883"/>
            <a:ext cx="6518787" cy="1015663"/>
          </a:xfrm>
          <a:prstGeom prst="rect">
            <a:avLst/>
          </a:prstGeom>
          <a:noFill/>
        </p:spPr>
        <p:txBody>
          <a:bodyPr wrap="square" rtlCol="0">
            <a:spAutoFit/>
          </a:bodyPr>
          <a:lstStyle/>
          <a:p>
            <a:r>
              <a:rPr lang="en-IN" sz="6000" dirty="0"/>
              <a:t>Thank You    </a:t>
            </a:r>
          </a:p>
        </p:txBody>
      </p:sp>
    </p:spTree>
    <p:extLst>
      <p:ext uri="{BB962C8B-B14F-4D97-AF65-F5344CB8AC3E}">
        <p14:creationId xmlns:p14="http://schemas.microsoft.com/office/powerpoint/2010/main" val="23113441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69</TotalTime>
  <Words>494</Words>
  <Application>Microsoft Office PowerPoint</Application>
  <PresentationFormat>Widescreen</PresentationFormat>
  <Paragraphs>62</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Century Gothic</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Rakesh Gopireddy</dc:creator>
  <cp:lastModifiedBy>Rakesh Gopireddy</cp:lastModifiedBy>
  <cp:revision>1</cp:revision>
  <dcterms:created xsi:type="dcterms:W3CDTF">2026-08-29T06:11:20Z</dcterms:created>
  <dcterms:modified xsi:type="dcterms:W3CDTF">2026-08-29T07:20:41Z</dcterms:modified>
</cp:coreProperties>
</file>